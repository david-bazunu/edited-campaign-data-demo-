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12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  <p:sldMasterId id="2147483661" r:id="rId3"/>
  </p:sldMasterIdLst>
  <p:notesMasterIdLst>
    <p:notesMasterId r:id="rId16"/>
  </p:notesMasterIdLst>
  <p:sldIdLst>
    <p:sldId id="780" r:id="rId4"/>
    <p:sldId id="771" r:id="rId5"/>
    <p:sldId id="772" r:id="rId6"/>
    <p:sldId id="472" r:id="rId7"/>
    <p:sldId id="777" r:id="rId8"/>
    <p:sldId id="781" r:id="rId9"/>
    <p:sldId id="782" r:id="rId10"/>
    <p:sldId id="783" r:id="rId11"/>
    <p:sldId id="784" r:id="rId12"/>
    <p:sldId id="785" r:id="rId13"/>
    <p:sldId id="567" r:id="rId14"/>
    <p:sldId id="770" r:id="rId15"/>
  </p:sldIdLst>
  <p:sldSz cx="12192000" cy="6858000"/>
  <p:notesSz cx="6858000" cy="9144000"/>
  <p:embeddedFontLst>
    <p:embeddedFont>
      <p:font typeface="Microsoft YaHei Light" panose="020B0502040204020203" charset="-122"/>
      <p:regular r:id="rId20"/>
    </p:embeddedFont>
    <p:embeddedFont>
      <p:font typeface="Microsoft YaHei" panose="020B0503020204020204" charset="-122"/>
      <p:regular r:id="rId21"/>
    </p:embeddedFont>
    <p:embeddedFont>
      <p:font typeface="Segoe UI" panose="020B0502040204020203" pitchFamily="34" charset="0"/>
      <p:regular r:id="rId22"/>
      <p:bold r:id="rId23"/>
      <p:italic r:id="rId24"/>
      <p:boldItalic r:id="rId25"/>
    </p:embeddedFont>
    <p:embeddedFont>
      <p:font typeface="Segoe UI" panose="020B0502040204020203"/>
      <p:regular r:id="rId26"/>
      <p:bold r:id="rId27"/>
      <p:italic r:id="rId28"/>
      <p:boldItalic r:id="rId29"/>
    </p:embeddedFont>
    <p:embeddedFont>
      <p:font typeface="等线" panose="02010600030101010101" charset="-122"/>
      <p:regular r:id="rId30"/>
    </p:embeddedFont>
    <p:embeddedFont>
      <p:font typeface="等线 Light" panose="02010600030101010101" charset="-122"/>
      <p:regular r:id="rId3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72803"/>
    <a:srgbClr val="9ABECD"/>
    <a:srgbClr val="9AC0CF"/>
    <a:srgbClr val="535353"/>
    <a:srgbClr val="3A3A3A"/>
    <a:srgbClr val="C2C2C2"/>
    <a:srgbClr val="D5D5D5"/>
    <a:srgbClr val="F5F5F5"/>
    <a:srgbClr val="FCFCFC"/>
    <a:srgbClr val="897D8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8455" autoAdjust="0"/>
    <p:restoredTop sz="94660"/>
  </p:normalViewPr>
  <p:slideViewPr>
    <p:cSldViewPr snapToGrid="0" showGuides="1">
      <p:cViewPr>
        <p:scale>
          <a:sx n="25" d="100"/>
          <a:sy n="25" d="100"/>
        </p:scale>
        <p:origin x="1098" y="9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1" Type="http://schemas.openxmlformats.org/officeDocument/2006/relationships/font" Target="fonts/font12.fntdata"/><Relationship Id="rId30" Type="http://schemas.openxmlformats.org/officeDocument/2006/relationships/font" Target="fonts/font11.fntdata"/><Relationship Id="rId3" Type="http://schemas.openxmlformats.org/officeDocument/2006/relationships/slideMaster" Target="slideMasters/slideMaster2.xml"/><Relationship Id="rId29" Type="http://schemas.openxmlformats.org/officeDocument/2006/relationships/font" Target="fonts/font10.fntdata"/><Relationship Id="rId28" Type="http://schemas.openxmlformats.org/officeDocument/2006/relationships/font" Target="fonts/font9.fntdata"/><Relationship Id="rId27" Type="http://schemas.openxmlformats.org/officeDocument/2006/relationships/font" Target="fonts/font8.fntdata"/><Relationship Id="rId26" Type="http://schemas.openxmlformats.org/officeDocument/2006/relationships/font" Target="fonts/font7.fntdata"/><Relationship Id="rId25" Type="http://schemas.openxmlformats.org/officeDocument/2006/relationships/font" Target="fonts/font6.fntdata"/><Relationship Id="rId24" Type="http://schemas.openxmlformats.org/officeDocument/2006/relationships/font" Target="fonts/font5.fntdata"/><Relationship Id="rId23" Type="http://schemas.openxmlformats.org/officeDocument/2006/relationships/font" Target="fonts/font4.fntdata"/><Relationship Id="rId22" Type="http://schemas.openxmlformats.org/officeDocument/2006/relationships/font" Target="fonts/font3.fntdata"/><Relationship Id="rId21" Type="http://schemas.openxmlformats.org/officeDocument/2006/relationships/font" Target="fonts/font2.fntdata"/><Relationship Id="rId20" Type="http://schemas.openxmlformats.org/officeDocument/2006/relationships/font" Target="fonts/font1.fntdata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notesMaster" Target="notesMasters/notesMaster1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CF797E-0F98-4FBF-B001-2F886ADDD41F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CD27B4-F875-477E-9EE1-9D4B0D1998A5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F4A51-10B2-433A-ADB8-406F392DA8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53F59-1630-4D8F-A124-436A6BF89A1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F4A51-10B2-433A-ADB8-406F392DA8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53F59-1630-4D8F-A124-436A6BF89A1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F4A51-10B2-433A-ADB8-406F392DA8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53F59-1630-4D8F-A124-436A6BF89A1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F4A51-10B2-433A-ADB8-406F392DA8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53F59-1630-4D8F-A124-436A6BF89A1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F4A51-10B2-433A-ADB8-406F392DA8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53F59-1630-4D8F-A124-436A6BF89A1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F4A51-10B2-433A-ADB8-406F392DA8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53F59-1630-4D8F-A124-436A6BF89A1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F4A51-10B2-433A-ADB8-406F392DA8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53F59-1630-4D8F-A124-436A6BF89A1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F4A51-10B2-433A-ADB8-406F392DA8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53F59-1630-4D8F-A124-436A6BF89A1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F4A51-10B2-433A-ADB8-406F392DA8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53F59-1630-4D8F-A124-436A6BF89A1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F4A51-10B2-433A-ADB8-406F392DA8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53F59-1630-4D8F-A124-436A6BF89A1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F4A51-10B2-433A-ADB8-406F392DA8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53F59-1630-4D8F-A124-436A6BF89A1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BF4A51-10B2-433A-ADB8-406F392DA8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53F59-1630-4D8F-A124-436A6BF89A18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>
          <a:gsLst>
            <a:gs pos="0">
              <a:schemeClr val="bg1">
                <a:lumMod val="95000"/>
              </a:schemeClr>
            </a:gs>
            <a:gs pos="100000">
              <a:schemeClr val="bg2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effectLst>
            <a:outerShdw blurRad="88900" dist="101600" dir="5400000" algn="ctr" rotWithShape="0">
              <a:srgbClr val="000000">
                <a:alpha val="2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Microsoft YaHei Light" panose="020B0502040204020203" charset="-122"/>
                <a:ea typeface="Microsoft YaHei Light" panose="020B0502040204020203" charset="-122"/>
              </a:defRPr>
            </a:lvl1pPr>
          </a:lstStyle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Microsoft YaHei Light" panose="020B0502040204020203" charset="-122"/>
                <a:ea typeface="Microsoft YaHei Light" panose="020B0502040204020203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Microsoft YaHei Light" panose="020B0502040204020203" charset="-122"/>
                <a:ea typeface="Microsoft YaHei Light" panose="020B0502040204020203" charset="-122"/>
              </a:defRPr>
            </a:lvl1pPr>
          </a:lstStyle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rgbClr val="202020"/>
          </a:solidFill>
          <a:effectLst>
            <a:outerShdw blurRad="50800" dist="38100" dir="5400000" algn="t" rotWithShape="0">
              <a:prstClr val="black">
                <a:alpha val="20000"/>
              </a:prstClr>
            </a:outerShdw>
          </a:effectLst>
          <a:latin typeface="Microsoft YaHei" panose="020B0503020204020204" charset="-122"/>
          <a:ea typeface="Microsoft YaHei" panose="020B050302020402020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75000"/>
        <a:buFont typeface="Arial" panose="020B0604020202020204" pitchFamily="34" charset="0"/>
        <a:buChar char="•"/>
        <a:defRPr sz="2800" kern="1200">
          <a:solidFill>
            <a:schemeClr val="tx1">
              <a:lumMod val="85000"/>
              <a:lumOff val="15000"/>
            </a:schemeClr>
          </a:solidFill>
          <a:latin typeface="Microsoft YaHei" panose="020B0503020204020204" charset="-122"/>
          <a:ea typeface="Microsoft YaHei" panose="020B0503020204020204" charset="-122"/>
          <a:cs typeface="+mn-cs"/>
        </a:defRPr>
      </a:lvl1pPr>
      <a:lvl2pPr marL="575945" indent="-228600" algn="l" defTabSz="914400" rtl="0" eaLnBrk="1" fontAlgn="auto" latinLnBrk="0" hangingPunct="1">
        <a:lnSpc>
          <a:spcPct val="120000"/>
        </a:lnSpc>
        <a:spcBef>
          <a:spcPts val="500"/>
        </a:spcBef>
        <a:buSzPct val="75000"/>
        <a:buFont typeface="Arial" panose="020B0604020202020204" pitchFamily="34" charset="0"/>
        <a:buChar char="•"/>
        <a:defRPr sz="2200" kern="1200">
          <a:solidFill>
            <a:schemeClr val="tx1">
              <a:lumMod val="75000"/>
              <a:lumOff val="25000"/>
            </a:schemeClr>
          </a:solidFill>
          <a:latin typeface="Microsoft YaHei" panose="020B0503020204020204" charset="-122"/>
          <a:ea typeface="Microsoft YaHei" panose="020B0503020204020204" charset="-122"/>
          <a:cs typeface="+mn-cs"/>
        </a:defRPr>
      </a:lvl2pPr>
      <a:lvl3pPr marL="1007745" indent="-228600" algn="l" defTabSz="914400" rtl="0" eaLnBrk="1" fontAlgn="auto" latinLnBrk="0" hangingPunct="1">
        <a:lnSpc>
          <a:spcPct val="120000"/>
        </a:lnSpc>
        <a:spcBef>
          <a:spcPts val="500"/>
        </a:spcBef>
        <a:buSzPct val="75000"/>
        <a:buFont typeface="Arial" panose="020B0604020202020204" pitchFamily="34" charset="0"/>
        <a:buChar char="‒"/>
        <a:defRPr sz="2000" kern="1200">
          <a:solidFill>
            <a:schemeClr val="tx1">
              <a:lumMod val="65000"/>
              <a:lumOff val="35000"/>
            </a:schemeClr>
          </a:solidFill>
          <a:latin typeface="Microsoft YaHei" panose="020B0503020204020204" charset="-122"/>
          <a:ea typeface="Microsoft YaHei" panose="020B0503020204020204" charset="-122"/>
          <a:cs typeface="+mn-cs"/>
        </a:defRPr>
      </a:lvl3pPr>
      <a:lvl4pPr marL="1511935" indent="-228600" algn="l" defTabSz="914400" rtl="0" eaLnBrk="1" fontAlgn="auto" latinLnBrk="0" hangingPunct="1">
        <a:lnSpc>
          <a:spcPct val="100000"/>
        </a:lnSpc>
        <a:spcBef>
          <a:spcPts val="500"/>
        </a:spcBef>
        <a:buSzPct val="75000"/>
        <a:buFont typeface="Arial" panose="020B0604020202020204" pitchFamily="34" charset="0"/>
        <a:buChar char="˃"/>
        <a:defRPr sz="1800" kern="1200">
          <a:solidFill>
            <a:schemeClr val="tx1">
              <a:lumMod val="50000"/>
              <a:lumOff val="50000"/>
            </a:schemeClr>
          </a:solidFill>
          <a:latin typeface="Microsoft YaHei" panose="020B0503020204020204" charset="-122"/>
          <a:ea typeface="Microsoft YaHei" panose="020B0503020204020204" charset="-122"/>
          <a:cs typeface="+mn-cs"/>
        </a:defRPr>
      </a:lvl4pPr>
      <a:lvl5pPr marL="1943735" indent="-228600" algn="l" defTabSz="914400" rtl="0" eaLnBrk="1" fontAlgn="auto" latinLnBrk="0" hangingPunct="1">
        <a:lnSpc>
          <a:spcPct val="90000"/>
        </a:lnSpc>
        <a:spcBef>
          <a:spcPts val="500"/>
        </a:spcBef>
        <a:buSzPct val="75000"/>
        <a:buFont typeface="Arial" panose="020B0604020202020204" pitchFamily="34" charset="0"/>
        <a:buChar char="˃"/>
        <a:defRPr sz="1800" kern="1200">
          <a:solidFill>
            <a:schemeClr val="tx1">
              <a:lumMod val="50000"/>
              <a:lumOff val="50000"/>
            </a:schemeClr>
          </a:solidFill>
          <a:latin typeface="Microsoft YaHei" panose="020B0503020204020204" charset="-122"/>
          <a:ea typeface="Microsoft YaHei" panose="020B050302020402020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7.xml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image" Target="../media/image2.jpeg"/><Relationship Id="rId5" Type="http://schemas.openxmlformats.org/officeDocument/2006/relationships/tags" Target="../tags/tag4.xml"/><Relationship Id="rId4" Type="http://schemas.openxmlformats.org/officeDocument/2006/relationships/image" Target="../media/image1.jpeg"/><Relationship Id="rId3" Type="http://schemas.openxmlformats.org/officeDocument/2006/relationships/tags" Target="../tags/tag3.xml"/><Relationship Id="rId23" Type="http://schemas.openxmlformats.org/officeDocument/2006/relationships/slideLayout" Target="../slideLayouts/slideLayout2.xml"/><Relationship Id="rId22" Type="http://schemas.openxmlformats.org/officeDocument/2006/relationships/tags" Target="../tags/tag16.xml"/><Relationship Id="rId21" Type="http://schemas.openxmlformats.org/officeDocument/2006/relationships/image" Target="../media/image6.jpeg"/><Relationship Id="rId20" Type="http://schemas.openxmlformats.org/officeDocument/2006/relationships/tags" Target="../tags/tag15.xml"/><Relationship Id="rId2" Type="http://schemas.openxmlformats.org/officeDocument/2006/relationships/tags" Target="../tags/tag2.xml"/><Relationship Id="rId19" Type="http://schemas.openxmlformats.org/officeDocument/2006/relationships/tags" Target="../tags/tag14.xml"/><Relationship Id="rId18" Type="http://schemas.openxmlformats.org/officeDocument/2006/relationships/tags" Target="../tags/tag13.xml"/><Relationship Id="rId17" Type="http://schemas.openxmlformats.org/officeDocument/2006/relationships/tags" Target="../tags/tag12.xml"/><Relationship Id="rId16" Type="http://schemas.openxmlformats.org/officeDocument/2006/relationships/image" Target="../media/image5.jpeg"/><Relationship Id="rId15" Type="http://schemas.openxmlformats.org/officeDocument/2006/relationships/tags" Target="../tags/tag11.xml"/><Relationship Id="rId14" Type="http://schemas.openxmlformats.org/officeDocument/2006/relationships/tags" Target="../tags/tag10.xml"/><Relationship Id="rId13" Type="http://schemas.openxmlformats.org/officeDocument/2006/relationships/tags" Target="../tags/tag9.xml"/><Relationship Id="rId12" Type="http://schemas.openxmlformats.org/officeDocument/2006/relationships/image" Target="../media/image4.jpeg"/><Relationship Id="rId11" Type="http://schemas.openxmlformats.org/officeDocument/2006/relationships/tags" Target="../tags/tag8.xml"/><Relationship Id="rId10" Type="http://schemas.openxmlformats.org/officeDocument/2006/relationships/image" Target="../media/image3.jpeg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.jpeg"/><Relationship Id="rId1" Type="http://schemas.openxmlformats.org/officeDocument/2006/relationships/image" Target="../media/image7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.jpeg"/><Relationship Id="rId1" Type="http://schemas.openxmlformats.org/officeDocument/2006/relationships/image" Target="../media/image9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2.jpeg"/><Relationship Id="rId1" Type="http://schemas.openxmlformats.org/officeDocument/2006/relationships/image" Target="../media/image11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1.jpeg"/><Relationship Id="rId1" Type="http://schemas.openxmlformats.org/officeDocument/2006/relationships/image" Target="../media/image10.jpe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.jpeg"/><Relationship Id="rId2" Type="http://schemas.openxmlformats.org/officeDocument/2006/relationships/tags" Target="../tags/tag17.xml"/><Relationship Id="rId1" Type="http://schemas.openxmlformats.org/officeDocument/2006/relationships/image" Target="../media/image12.jpe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.jpeg"/><Relationship Id="rId2" Type="http://schemas.openxmlformats.org/officeDocument/2006/relationships/tags" Target="../tags/tag18.xml"/><Relationship Id="rId1" Type="http://schemas.openxmlformats.org/officeDocument/2006/relationships/image" Target="../media/image10.jpe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6.jpeg"/><Relationship Id="rId2" Type="http://schemas.openxmlformats.org/officeDocument/2006/relationships/tags" Target="../tags/tag19.xml"/><Relationship Id="rId1" Type="http://schemas.openxmlformats.org/officeDocument/2006/relationships/image" Target="../media/image12.jpe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6.jpeg"/><Relationship Id="rId2" Type="http://schemas.openxmlformats.org/officeDocument/2006/relationships/tags" Target="../tags/tag20.xml"/><Relationship Id="rId1" Type="http://schemas.openxmlformats.org/officeDocument/2006/relationships/image" Target="../media/image10.jpe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26.xml"/><Relationship Id="rId8" Type="http://schemas.openxmlformats.org/officeDocument/2006/relationships/image" Target="../media/image15.jpeg"/><Relationship Id="rId7" Type="http://schemas.openxmlformats.org/officeDocument/2006/relationships/tags" Target="../tags/tag25.xml"/><Relationship Id="rId6" Type="http://schemas.openxmlformats.org/officeDocument/2006/relationships/image" Target="../media/image14.jpeg"/><Relationship Id="rId5" Type="http://schemas.openxmlformats.org/officeDocument/2006/relationships/tags" Target="../tags/tag24.xml"/><Relationship Id="rId4" Type="http://schemas.openxmlformats.org/officeDocument/2006/relationships/tags" Target="../tags/tag23.xml"/><Relationship Id="rId3" Type="http://schemas.openxmlformats.org/officeDocument/2006/relationships/image" Target="../media/image13.png"/><Relationship Id="rId2" Type="http://schemas.openxmlformats.org/officeDocument/2006/relationships/tags" Target="../tags/tag22.xml"/><Relationship Id="rId18" Type="http://schemas.openxmlformats.org/officeDocument/2006/relationships/slideLayout" Target="../slideLayouts/slideLayout7.xml"/><Relationship Id="rId17" Type="http://schemas.openxmlformats.org/officeDocument/2006/relationships/tags" Target="../tags/tag31.xml"/><Relationship Id="rId16" Type="http://schemas.openxmlformats.org/officeDocument/2006/relationships/image" Target="../media/image18.jpeg"/><Relationship Id="rId15" Type="http://schemas.openxmlformats.org/officeDocument/2006/relationships/tags" Target="../tags/tag30.xml"/><Relationship Id="rId14" Type="http://schemas.openxmlformats.org/officeDocument/2006/relationships/tags" Target="../tags/tag29.xml"/><Relationship Id="rId13" Type="http://schemas.openxmlformats.org/officeDocument/2006/relationships/image" Target="../media/image17.jpeg"/><Relationship Id="rId12" Type="http://schemas.openxmlformats.org/officeDocument/2006/relationships/tags" Target="../tags/tag28.xml"/><Relationship Id="rId11" Type="http://schemas.openxmlformats.org/officeDocument/2006/relationships/image" Target="../media/image16.jpeg"/><Relationship Id="rId10" Type="http://schemas.openxmlformats.org/officeDocument/2006/relationships/tags" Target="../tags/tag27.xml"/><Relationship Id="rId1" Type="http://schemas.openxmlformats.org/officeDocument/2006/relationships/tags" Target="../tags/tag2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图文框 15"/>
          <p:cNvSpPr/>
          <p:nvPr/>
        </p:nvSpPr>
        <p:spPr>
          <a:xfrm>
            <a:off x="0" y="0"/>
            <a:ext cx="12192000" cy="6857999"/>
          </a:xfrm>
          <a:prstGeom prst="frame">
            <a:avLst>
              <a:gd name="adj1" fmla="val 3750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467755" y="4226436"/>
            <a:ext cx="7228353" cy="9709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lnSpc>
                <a:spcPct val="130000"/>
              </a:lnSpc>
              <a:defRPr sz="1400">
                <a:solidFill>
                  <a:schemeClr val="tx1">
                    <a:lumMod val="95000"/>
                    <a:lumOff val="5000"/>
                    <a:alpha val="80000"/>
                  </a:schemeClr>
                </a:solidFill>
                <a:cs typeface="+mn-ea"/>
              </a:defRPr>
            </a:lvl1pPr>
          </a:lstStyle>
          <a:p>
            <a:r>
              <a:rPr lang="en-US" altLang="zh-CN" sz="4400" b="1">
                <a:solidFill>
                  <a:schemeClr val="bg1">
                    <a:lumMod val="65000"/>
                    <a:alpha val="80000"/>
                  </a:schemeClr>
                </a:solidFill>
              </a:rPr>
              <a:t>Introduction</a:t>
            </a:r>
            <a:endParaRPr lang="en-US" altLang="zh-CN" sz="4400" b="1">
              <a:solidFill>
                <a:schemeClr val="bg1">
                  <a:lumMod val="65000"/>
                  <a:alpha val="80000"/>
                </a:schemeClr>
              </a:solidFill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2983865" y="3027680"/>
            <a:ext cx="643826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en-GB" sz="7200" b="1">
                <a:solidFill>
                  <a:schemeClr val="bg1">
                    <a:lumMod val="65000"/>
                  </a:schemeClr>
                </a:solidFill>
              </a:rPr>
              <a:t>Data Analytics</a:t>
            </a:r>
            <a:endParaRPr lang="en-US" altLang="en-GB" sz="7200" b="1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3607435" y="270256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GB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图文框 41"/>
          <p:cNvSpPr/>
          <p:nvPr/>
        </p:nvSpPr>
        <p:spPr>
          <a:xfrm>
            <a:off x="0" y="0"/>
            <a:ext cx="12192000" cy="6857999"/>
          </a:xfrm>
          <a:prstGeom prst="frame">
            <a:avLst>
              <a:gd name="adj1" fmla="val 3750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4915809" y="1229818"/>
            <a:ext cx="23209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b="1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CONTENTS</a:t>
            </a:r>
            <a:endParaRPr lang="zh-CN" altLang="en-US" sz="3200" b="1">
              <a:solidFill>
                <a:schemeClr val="tx1">
                  <a:lumMod val="85000"/>
                  <a:lumOff val="1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57" name="组合 56"/>
          <p:cNvGrpSpPr/>
          <p:nvPr>
            <p:custDataLst>
              <p:tags r:id="rId1"/>
            </p:custDataLst>
          </p:nvPr>
        </p:nvGrpSpPr>
        <p:grpSpPr>
          <a:xfrm>
            <a:off x="1357274" y="2698494"/>
            <a:ext cx="2458517" cy="1080000"/>
            <a:chOff x="1357274" y="2698494"/>
            <a:chExt cx="2458517" cy="1080000"/>
          </a:xfrm>
        </p:grpSpPr>
        <p:sp>
          <p:nvSpPr>
            <p:cNvPr id="22" name="矩形 21"/>
            <p:cNvSpPr/>
            <p:nvPr>
              <p:custDataLst>
                <p:tags r:id="rId2"/>
              </p:custDataLst>
            </p:nvPr>
          </p:nvSpPr>
          <p:spPr>
            <a:xfrm>
              <a:off x="2432126" y="2763047"/>
              <a:ext cx="1383665" cy="39878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b="1" i="0" u="none" strike="noStrike" kern="0" cap="none" spc="0" normalizeH="0" baseline="0" noProof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Segoe UI" panose="020B0502040204020203"/>
                  <a:cs typeface="+mn-ea"/>
                  <a:sym typeface="+mn-lt"/>
                </a:rPr>
                <a:t>Definition</a:t>
              </a:r>
              <a:endParaRPr kumimoji="0" lang="en-US" altLang="zh-CN" sz="2000" b="1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Segoe UI" panose="020B0502040204020203"/>
                <a:cs typeface="+mn-ea"/>
                <a:sym typeface="+mn-lt"/>
              </a:endParaRPr>
            </a:p>
          </p:txBody>
        </p:sp>
        <p:grpSp>
          <p:nvGrpSpPr>
            <p:cNvPr id="52" name="组合 51"/>
            <p:cNvGrpSpPr/>
            <p:nvPr/>
          </p:nvGrpSpPr>
          <p:grpSpPr>
            <a:xfrm>
              <a:off x="1357274" y="2698494"/>
              <a:ext cx="880935" cy="1080000"/>
              <a:chOff x="1738274" y="2821938"/>
              <a:chExt cx="880935" cy="1080000"/>
            </a:xfrm>
          </p:grpSpPr>
          <p:pic>
            <p:nvPicPr>
              <p:cNvPr id="45" name="图片 44"/>
              <p:cNvPicPr>
                <a:picLocks noChangeAspect="1"/>
              </p:cNvPicPr>
              <p:nvPr>
                <p:custDataLst>
                  <p:tags r:id="rId3"/>
                </p:custDataLst>
              </p:nvPr>
            </p:nvPicPr>
            <p:blipFill rotWithShape="1">
              <a:blip r:embed="rId4" cstate="screen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7936" t="5555" r="63756" b="64861"/>
              <a:stretch>
                <a:fillRect/>
              </a:stretch>
            </p:blipFill>
            <p:spPr>
              <a:xfrm>
                <a:off x="2256066" y="2821938"/>
                <a:ext cx="363143" cy="1080000"/>
              </a:xfrm>
              <a:prstGeom prst="rect">
                <a:avLst/>
              </a:prstGeom>
            </p:spPr>
          </p:pic>
          <p:pic>
            <p:nvPicPr>
              <p:cNvPr id="48" name="图片 47"/>
              <p:cNvPicPr>
                <a:picLocks noChangeAspect="1"/>
              </p:cNvPicPr>
              <p:nvPr>
                <p:custDataLst>
                  <p:tags r:id="rId5"/>
                </p:custDataLst>
              </p:nvPr>
            </p:nvPicPr>
            <p:blipFill rotWithShape="1">
              <a:blip r:embed="rId6" cstate="screen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0270" t="64861" r="8095" b="5972"/>
              <a:stretch>
                <a:fillRect/>
              </a:stretch>
            </p:blipFill>
            <p:spPr>
              <a:xfrm>
                <a:off x="1738274" y="2821938"/>
                <a:ext cx="363143" cy="1080000"/>
              </a:xfrm>
              <a:prstGeom prst="rect">
                <a:avLst/>
              </a:prstGeom>
            </p:spPr>
          </p:pic>
        </p:grpSp>
      </p:grpSp>
      <p:grpSp>
        <p:nvGrpSpPr>
          <p:cNvPr id="58" name="组合 57"/>
          <p:cNvGrpSpPr/>
          <p:nvPr>
            <p:custDataLst>
              <p:tags r:id="rId7"/>
            </p:custDataLst>
          </p:nvPr>
        </p:nvGrpSpPr>
        <p:grpSpPr>
          <a:xfrm>
            <a:off x="1359151" y="4276088"/>
            <a:ext cx="1947370" cy="1138563"/>
            <a:chOff x="1359151" y="4276088"/>
            <a:chExt cx="1947370" cy="1138563"/>
          </a:xfrm>
        </p:grpSpPr>
        <p:sp>
          <p:nvSpPr>
            <p:cNvPr id="20" name="矩形 19"/>
            <p:cNvSpPr/>
            <p:nvPr>
              <p:custDataLst>
                <p:tags r:id="rId8"/>
              </p:custDataLst>
            </p:nvPr>
          </p:nvSpPr>
          <p:spPr>
            <a:xfrm>
              <a:off x="2432126" y="4486792"/>
              <a:ext cx="874395" cy="39878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b="1" i="0" u="none" strike="noStrike" kern="0" cap="none" spc="0" normalizeH="0" baseline="0" noProof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Segoe UI" panose="020B0502040204020203"/>
                  <a:cs typeface="+mn-ea"/>
                  <a:sym typeface="+mn-lt"/>
                </a:rPr>
                <a:t>Types</a:t>
              </a:r>
              <a:endParaRPr kumimoji="0" lang="en-US" altLang="zh-CN" sz="2000" b="1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Segoe UI" panose="020B0502040204020203"/>
                <a:cs typeface="+mn-ea"/>
                <a:sym typeface="+mn-lt"/>
              </a:endParaRPr>
            </a:p>
          </p:txBody>
        </p:sp>
        <p:grpSp>
          <p:nvGrpSpPr>
            <p:cNvPr id="53" name="组合 52"/>
            <p:cNvGrpSpPr/>
            <p:nvPr/>
          </p:nvGrpSpPr>
          <p:grpSpPr>
            <a:xfrm>
              <a:off x="1359151" y="4276088"/>
              <a:ext cx="874686" cy="1138563"/>
              <a:chOff x="1740151" y="4281272"/>
              <a:chExt cx="874686" cy="1138563"/>
            </a:xfrm>
          </p:grpSpPr>
          <p:pic>
            <p:nvPicPr>
              <p:cNvPr id="44" name="图片 43"/>
              <p:cNvPicPr>
                <a:picLocks noChangeAspect="1"/>
              </p:cNvPicPr>
              <p:nvPr>
                <p:custDataLst>
                  <p:tags r:id="rId9"/>
                </p:custDataLst>
              </p:nvPr>
            </p:nvPicPr>
            <p:blipFill rotWithShape="1">
              <a:blip r:embed="rId10" cstate="screen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3655" t="4167" r="41381" b="65000"/>
              <a:stretch>
                <a:fillRect/>
              </a:stretch>
            </p:blipFill>
            <p:spPr>
              <a:xfrm>
                <a:off x="2139714" y="4281272"/>
                <a:ext cx="475123" cy="1080000"/>
              </a:xfrm>
              <a:prstGeom prst="rect">
                <a:avLst/>
              </a:prstGeom>
            </p:spPr>
          </p:pic>
          <p:pic>
            <p:nvPicPr>
              <p:cNvPr id="49" name="图片 48"/>
              <p:cNvPicPr>
                <a:picLocks noChangeAspect="1"/>
              </p:cNvPicPr>
              <p:nvPr>
                <p:custDataLst>
                  <p:tags r:id="rId11"/>
                </p:custDataLst>
              </p:nvPr>
            </p:nvPicPr>
            <p:blipFill rotWithShape="1">
              <a:blip r:embed="rId12" cstate="screen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0270" t="64861" r="8095" b="5972"/>
              <a:stretch>
                <a:fillRect/>
              </a:stretch>
            </p:blipFill>
            <p:spPr>
              <a:xfrm>
                <a:off x="1740151" y="4339835"/>
                <a:ext cx="363143" cy="1080000"/>
              </a:xfrm>
              <a:prstGeom prst="rect">
                <a:avLst/>
              </a:prstGeom>
            </p:spPr>
          </p:pic>
        </p:grpSp>
      </p:grpSp>
      <p:grpSp>
        <p:nvGrpSpPr>
          <p:cNvPr id="59" name="组合 58"/>
          <p:cNvGrpSpPr/>
          <p:nvPr>
            <p:custDataLst>
              <p:tags r:id="rId13"/>
            </p:custDataLst>
          </p:nvPr>
        </p:nvGrpSpPr>
        <p:grpSpPr>
          <a:xfrm>
            <a:off x="6938593" y="2613208"/>
            <a:ext cx="2297841" cy="1150456"/>
            <a:chOff x="6938593" y="2613208"/>
            <a:chExt cx="2297841" cy="1150456"/>
          </a:xfrm>
        </p:grpSpPr>
        <p:sp>
          <p:nvSpPr>
            <p:cNvPr id="28" name="矩形 27"/>
            <p:cNvSpPr/>
            <p:nvPr>
              <p:custDataLst>
                <p:tags r:id="rId14"/>
              </p:custDataLst>
            </p:nvPr>
          </p:nvSpPr>
          <p:spPr>
            <a:xfrm>
              <a:off x="8082639" y="2763047"/>
              <a:ext cx="1153795" cy="39878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b="1" i="0" u="none" strike="noStrike" kern="0" cap="none" spc="0" normalizeH="0" baseline="0" noProof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Segoe UI" panose="020B0502040204020203"/>
                  <a:cs typeface="+mn-ea"/>
                  <a:sym typeface="+mn-lt"/>
                </a:rPr>
                <a:t>Benefits</a:t>
              </a:r>
              <a:endParaRPr kumimoji="0" lang="en-US" altLang="zh-CN" sz="2000" b="1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Segoe UI" panose="020B0502040204020203"/>
                <a:cs typeface="+mn-ea"/>
                <a:sym typeface="+mn-lt"/>
              </a:endParaRPr>
            </a:p>
          </p:txBody>
        </p:sp>
        <p:grpSp>
          <p:nvGrpSpPr>
            <p:cNvPr id="55" name="组合 54"/>
            <p:cNvGrpSpPr/>
            <p:nvPr/>
          </p:nvGrpSpPr>
          <p:grpSpPr>
            <a:xfrm>
              <a:off x="6938593" y="2613208"/>
              <a:ext cx="876635" cy="1150456"/>
              <a:chOff x="7224343" y="2689408"/>
              <a:chExt cx="876635" cy="1150456"/>
            </a:xfrm>
          </p:grpSpPr>
          <p:pic>
            <p:nvPicPr>
              <p:cNvPr id="47" name="图片 46"/>
              <p:cNvPicPr>
                <a:picLocks noChangeAspect="1"/>
              </p:cNvPicPr>
              <p:nvPr>
                <p:custDataLst>
                  <p:tags r:id="rId15"/>
                </p:custDataLst>
              </p:nvPr>
            </p:nvPicPr>
            <p:blipFill rotWithShape="1">
              <a:blip r:embed="rId16" cstate="screen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6319" t="4119" r="21347" b="66107"/>
              <a:stretch>
                <a:fillRect/>
              </a:stretch>
            </p:blipFill>
            <p:spPr>
              <a:xfrm>
                <a:off x="7608871" y="2689408"/>
                <a:ext cx="492107" cy="1080000"/>
              </a:xfrm>
              <a:prstGeom prst="rect">
                <a:avLst/>
              </a:prstGeom>
            </p:spPr>
          </p:pic>
          <p:pic>
            <p:nvPicPr>
              <p:cNvPr id="50" name="图片 49"/>
              <p:cNvPicPr>
                <a:picLocks noChangeAspect="1"/>
              </p:cNvPicPr>
              <p:nvPr>
                <p:custDataLst>
                  <p:tags r:id="rId17"/>
                </p:custDataLst>
              </p:nvPr>
            </p:nvPicPr>
            <p:blipFill rotWithShape="1">
              <a:blip r:embed="rId12" cstate="screen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0270" t="64861" r="8095" b="5972"/>
              <a:stretch>
                <a:fillRect/>
              </a:stretch>
            </p:blipFill>
            <p:spPr>
              <a:xfrm>
                <a:off x="7224343" y="2759864"/>
                <a:ext cx="363143" cy="1080000"/>
              </a:xfrm>
              <a:prstGeom prst="rect">
                <a:avLst/>
              </a:prstGeom>
            </p:spPr>
          </p:pic>
        </p:grpSp>
      </p:grpSp>
      <p:grpSp>
        <p:nvGrpSpPr>
          <p:cNvPr id="60" name="组合 59"/>
          <p:cNvGrpSpPr/>
          <p:nvPr>
            <p:custDataLst>
              <p:tags r:id="rId18"/>
            </p:custDataLst>
          </p:nvPr>
        </p:nvGrpSpPr>
        <p:grpSpPr>
          <a:xfrm>
            <a:off x="6953328" y="4384528"/>
            <a:ext cx="1956081" cy="1126081"/>
            <a:chOff x="6953328" y="4384528"/>
            <a:chExt cx="1956081" cy="1126081"/>
          </a:xfrm>
        </p:grpSpPr>
        <p:sp>
          <p:nvSpPr>
            <p:cNvPr id="26" name="矩形 25"/>
            <p:cNvSpPr/>
            <p:nvPr>
              <p:custDataLst>
                <p:tags r:id="rId19"/>
              </p:custDataLst>
            </p:nvPr>
          </p:nvSpPr>
          <p:spPr>
            <a:xfrm>
              <a:off x="8082639" y="4486792"/>
              <a:ext cx="826770" cy="39878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b="1" i="0" u="none" strike="noStrike" kern="0" cap="none" spc="0" normalizeH="0" baseline="0" noProof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Segoe UI" panose="020B0502040204020203"/>
                  <a:cs typeface="+mn-ea"/>
                  <a:sym typeface="+mn-lt"/>
                </a:rPr>
                <a:t>Tools</a:t>
              </a:r>
              <a:endParaRPr kumimoji="0" lang="en-US" altLang="zh-CN" sz="2000" b="1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Segoe UI" panose="020B0502040204020203"/>
                <a:cs typeface="+mn-ea"/>
                <a:sym typeface="+mn-lt"/>
              </a:endParaRPr>
            </a:p>
          </p:txBody>
        </p:sp>
        <p:grpSp>
          <p:nvGrpSpPr>
            <p:cNvPr id="54" name="组合 53"/>
            <p:cNvGrpSpPr/>
            <p:nvPr/>
          </p:nvGrpSpPr>
          <p:grpSpPr>
            <a:xfrm>
              <a:off x="6953328" y="4384528"/>
              <a:ext cx="948251" cy="1126081"/>
              <a:chOff x="7239078" y="4346428"/>
              <a:chExt cx="948251" cy="1126081"/>
            </a:xfrm>
          </p:grpSpPr>
          <p:pic>
            <p:nvPicPr>
              <p:cNvPr id="46" name="图片 45"/>
              <p:cNvPicPr>
                <a:picLocks noChangeAspect="1"/>
              </p:cNvPicPr>
              <p:nvPr>
                <p:custDataLst>
                  <p:tags r:id="rId20"/>
                </p:custDataLst>
              </p:nvPr>
            </p:nvPicPr>
            <p:blipFill rotWithShape="1">
              <a:blip r:embed="rId21" cstate="screen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5219" t="34676" r="59632" b="35550"/>
              <a:stretch>
                <a:fillRect/>
              </a:stretch>
            </p:blipFill>
            <p:spPr>
              <a:xfrm>
                <a:off x="7633184" y="4346428"/>
                <a:ext cx="554145" cy="1080000"/>
              </a:xfrm>
              <a:prstGeom prst="rect">
                <a:avLst/>
              </a:prstGeom>
            </p:spPr>
          </p:pic>
          <p:pic>
            <p:nvPicPr>
              <p:cNvPr id="51" name="图片 50"/>
              <p:cNvPicPr>
                <a:picLocks noChangeAspect="1"/>
              </p:cNvPicPr>
              <p:nvPr>
                <p:custDataLst>
                  <p:tags r:id="rId22"/>
                </p:custDataLst>
              </p:nvPr>
            </p:nvPicPr>
            <p:blipFill rotWithShape="1">
              <a:blip r:embed="rId12" cstate="screen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0270" t="64861" r="8095" b="5972"/>
              <a:stretch>
                <a:fillRect/>
              </a:stretch>
            </p:blipFill>
            <p:spPr>
              <a:xfrm>
                <a:off x="7239078" y="4392509"/>
                <a:ext cx="363143" cy="1080000"/>
              </a:xfrm>
              <a:prstGeom prst="rect">
                <a:avLst/>
              </a:prstGeom>
            </p:spPr>
          </p:pic>
        </p:grp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435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367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498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498" tmFilter="0, 0; 0.125,0.2665; 0.25,0.4; 0.375,0.465; 0.5,0.5;  0.625,0.535; 0.75,0.6; 0.875,0.7335; 1,1">
                                          <p:stCondLst>
                                            <p:cond delay="498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249" tmFilter="0, 0; 0.125,0.2665; 0.25,0.4; 0.375,0.465; 0.5,0.5;  0.625,0.535; 0.75,0.6; 0.875,0.7335; 1,1">
                                          <p:stCondLst>
                                            <p:cond delay="993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23" tmFilter="0, 0; 0.125,0.2665; 0.25,0.4; 0.375,0.465; 0.5,0.5;  0.625,0.535; 0.75,0.6; 0.875,0.7335; 1,1">
                                          <p:stCondLst>
                                            <p:cond delay="1242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0">
                                          <p:stCondLst>
                                            <p:cond delay="487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24" decel="50000">
                                          <p:stCondLst>
                                            <p:cond delay="507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0">
                                          <p:stCondLst>
                                            <p:cond delay="984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24" decel="50000">
                                          <p:stCondLst>
                                            <p:cond delay="1004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0">
                                          <p:stCondLst>
                                            <p:cond delay="1231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24" decel="50000">
                                          <p:stCondLst>
                                            <p:cond delay="1251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0">
                                          <p:stCondLst>
                                            <p:cond delay="1356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24" decel="50000">
                                          <p:stCondLst>
                                            <p:cond delay="1376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0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4298315" y="3924935"/>
            <a:ext cx="3596005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2800">
                <a:latin typeface="Segoe UI" panose="020B0502040204020203" pitchFamily="34" charset="0"/>
                <a:cs typeface="Segoe UI" panose="020B0502040204020203" pitchFamily="34" charset="0"/>
              </a:rPr>
              <a:t>What is  Data Analytics ?</a:t>
            </a:r>
            <a:endParaRPr lang="en-US" altLang="zh-CN" sz="28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5391150" y="2145689"/>
            <a:ext cx="1466850" cy="1798026"/>
            <a:chOff x="1738271" y="2723462"/>
            <a:chExt cx="933300" cy="1248966"/>
          </a:xfrm>
        </p:grpSpPr>
        <p:pic>
          <p:nvPicPr>
            <p:cNvPr id="9" name="图片 8"/>
            <p:cNvPicPr>
              <a:picLocks noChangeAspect="1"/>
            </p:cNvPicPr>
            <p:nvPr/>
          </p:nvPicPr>
          <p:blipFill rotWithShape="1">
            <a:blip r:embed="rId1" cstate="screen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936" t="5555" r="63756" b="64861"/>
            <a:stretch>
              <a:fillRect/>
            </a:stretch>
          </p:blipFill>
          <p:spPr>
            <a:xfrm>
              <a:off x="2256063" y="2723462"/>
              <a:ext cx="415508" cy="1235733"/>
            </a:xfrm>
            <a:prstGeom prst="rect">
              <a:avLst/>
            </a:prstGeom>
          </p:spPr>
        </p:pic>
        <p:pic>
          <p:nvPicPr>
            <p:cNvPr id="10" name="图片 9"/>
            <p:cNvPicPr>
              <a:picLocks noChangeAspect="1"/>
            </p:cNvPicPr>
            <p:nvPr/>
          </p:nvPicPr>
          <p:blipFill rotWithShape="1">
            <a:blip r:embed="rId2" cstate="screen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0270" t="64861" r="8095" b="5972"/>
            <a:stretch>
              <a:fillRect/>
            </a:stretch>
          </p:blipFill>
          <p:spPr>
            <a:xfrm>
              <a:off x="1738271" y="2736695"/>
              <a:ext cx="415508" cy="1235733"/>
            </a:xfrm>
            <a:prstGeom prst="rect">
              <a:avLst/>
            </a:prstGeom>
          </p:spPr>
        </p:pic>
      </p:grpSp>
      <p:sp>
        <p:nvSpPr>
          <p:cNvPr id="11" name="图文框 10"/>
          <p:cNvSpPr/>
          <p:nvPr/>
        </p:nvSpPr>
        <p:spPr>
          <a:xfrm>
            <a:off x="0" y="0"/>
            <a:ext cx="12192000" cy="6857999"/>
          </a:xfrm>
          <a:prstGeom prst="frame">
            <a:avLst>
              <a:gd name="adj1" fmla="val 3750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435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367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498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498" tmFilter="0, 0; 0.125,0.2665; 0.25,0.4; 0.375,0.465; 0.5,0.5;  0.625,0.535; 0.75,0.6; 0.875,0.7335; 1,1">
                                          <p:stCondLst>
                                            <p:cond delay="49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249" tmFilter="0, 0; 0.125,0.2665; 0.25,0.4; 0.375,0.465; 0.5,0.5;  0.625,0.535; 0.75,0.6; 0.875,0.7335; 1,1">
                                          <p:stCondLst>
                                            <p:cond delay="993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23" tmFilter="0, 0; 0.125,0.2665; 0.25,0.4; 0.375,0.465; 0.5,0.5;  0.625,0.535; 0.75,0.6; 0.875,0.7335; 1,1">
                                          <p:stCondLst>
                                            <p:cond delay="1242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0">
                                          <p:stCondLst>
                                            <p:cond delay="487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24" decel="50000">
                                          <p:stCondLst>
                                            <p:cond delay="507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0">
                                          <p:stCondLst>
                                            <p:cond delay="98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24" decel="50000">
                                          <p:stCondLst>
                                            <p:cond delay="100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0">
                                          <p:stCondLst>
                                            <p:cond delay="1231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24" decel="50000">
                                          <p:stCondLst>
                                            <p:cond delay="1251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0">
                                          <p:stCondLst>
                                            <p:cond delay="1356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24" decel="50000">
                                          <p:stCondLst>
                                            <p:cond delay="1376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454785" y="1378585"/>
            <a:ext cx="8626475" cy="501777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prstClr val="black">
                  <a:lumMod val="75000"/>
                  <a:lumOff val="25000"/>
                </a:prstClr>
              </a:solidFill>
              <a:cs typeface="+mn-ea"/>
              <a:sym typeface="+mn-lt"/>
            </a:endParaRPr>
          </a:p>
          <a:p>
            <a:pPr algn="ctr">
              <a:lnSpc>
                <a:spcPct val="120000"/>
              </a:lnSpc>
            </a:pPr>
            <a:endParaRPr lang="zh-CN" altLang="en-US" sz="1400" dirty="0">
              <a:solidFill>
                <a:prstClr val="black">
                  <a:lumMod val="75000"/>
                  <a:lumOff val="25000"/>
                </a:prstClr>
              </a:solidFill>
              <a:cs typeface="+mn-ea"/>
              <a:sym typeface="+mn-lt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419467" y="399616"/>
            <a:ext cx="933300" cy="1235733"/>
            <a:chOff x="1738271" y="2723462"/>
            <a:chExt cx="933300" cy="1235733"/>
          </a:xfrm>
        </p:grpSpPr>
        <p:pic>
          <p:nvPicPr>
            <p:cNvPr id="12" name="图片 11"/>
            <p:cNvPicPr>
              <a:picLocks noChangeAspect="1"/>
            </p:cNvPicPr>
            <p:nvPr/>
          </p:nvPicPr>
          <p:blipFill rotWithShape="1">
            <a:blip r:embed="rId1" cstate="screen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936" t="5555" r="63756" b="64861"/>
            <a:stretch>
              <a:fillRect/>
            </a:stretch>
          </p:blipFill>
          <p:spPr>
            <a:xfrm>
              <a:off x="2256063" y="2723462"/>
              <a:ext cx="415508" cy="1235733"/>
            </a:xfrm>
            <a:prstGeom prst="rect">
              <a:avLst/>
            </a:prstGeom>
          </p:spPr>
        </p:pic>
        <p:pic>
          <p:nvPicPr>
            <p:cNvPr id="13" name="图片 12"/>
            <p:cNvPicPr>
              <a:picLocks noChangeAspect="1"/>
            </p:cNvPicPr>
            <p:nvPr/>
          </p:nvPicPr>
          <p:blipFill rotWithShape="1">
            <a:blip r:embed="rId2" cstate="screen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0270" t="64861" r="8095" b="5972"/>
            <a:stretch>
              <a:fillRect/>
            </a:stretch>
          </p:blipFill>
          <p:spPr>
            <a:xfrm>
              <a:off x="1738271" y="2723462"/>
              <a:ext cx="415508" cy="1235733"/>
            </a:xfrm>
            <a:prstGeom prst="rect">
              <a:avLst/>
            </a:prstGeom>
          </p:spPr>
        </p:pic>
      </p:grpSp>
      <p:sp>
        <p:nvSpPr>
          <p:cNvPr id="17" name="图文框 16"/>
          <p:cNvSpPr/>
          <p:nvPr/>
        </p:nvSpPr>
        <p:spPr>
          <a:xfrm>
            <a:off x="0" y="0"/>
            <a:ext cx="12192000" cy="6857999"/>
          </a:xfrm>
          <a:prstGeom prst="frame">
            <a:avLst>
              <a:gd name="adj1" fmla="val 3750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grpSp>
        <p:nvGrpSpPr>
          <p:cNvPr id="19" name="组合 18"/>
          <p:cNvGrpSpPr/>
          <p:nvPr/>
        </p:nvGrpSpPr>
        <p:grpSpPr>
          <a:xfrm rot="377494">
            <a:off x="10148570" y="320040"/>
            <a:ext cx="1728470" cy="1734820"/>
            <a:chOff x="2118578" y="4342666"/>
            <a:chExt cx="672245" cy="680979"/>
          </a:xfrm>
        </p:grpSpPr>
        <p:grpSp>
          <p:nvGrpSpPr>
            <p:cNvPr id="25" name="组合 24"/>
            <p:cNvGrpSpPr/>
            <p:nvPr/>
          </p:nvGrpSpPr>
          <p:grpSpPr>
            <a:xfrm>
              <a:off x="2124537" y="4342666"/>
              <a:ext cx="641610" cy="680979"/>
              <a:chOff x="2124539" y="4342651"/>
              <a:chExt cx="641611" cy="680977"/>
            </a:xfrm>
          </p:grpSpPr>
          <p:sp>
            <p:nvSpPr>
              <p:cNvPr id="43" name="任意多边形 24"/>
              <p:cNvSpPr/>
              <p:nvPr/>
            </p:nvSpPr>
            <p:spPr>
              <a:xfrm>
                <a:off x="2124539" y="4342651"/>
                <a:ext cx="641611" cy="680977"/>
              </a:xfrm>
              <a:custGeom>
                <a:avLst/>
                <a:gdLst>
                  <a:gd name="connsiteX0" fmla="*/ 63 w 140138"/>
                  <a:gd name="connsiteY0" fmla="*/ 65738 h 154344"/>
                  <a:gd name="connsiteX1" fmla="*/ 62928 w 140138"/>
                  <a:gd name="connsiteY1" fmla="*/ 16 h 154344"/>
                  <a:gd name="connsiteX2" fmla="*/ 140080 w 140138"/>
                  <a:gd name="connsiteY2" fmla="*/ 71453 h 154344"/>
                  <a:gd name="connsiteX3" fmla="*/ 74358 w 140138"/>
                  <a:gd name="connsiteY3" fmla="*/ 154321 h 154344"/>
                  <a:gd name="connsiteX4" fmla="*/ 63 w 140138"/>
                  <a:gd name="connsiteY4" fmla="*/ 65738 h 154344"/>
                  <a:gd name="connsiteX0-1" fmla="*/ 63 w 140227"/>
                  <a:gd name="connsiteY0-2" fmla="*/ 65738 h 154534"/>
                  <a:gd name="connsiteX1-3" fmla="*/ 62928 w 140227"/>
                  <a:gd name="connsiteY1-4" fmla="*/ 16 h 154534"/>
                  <a:gd name="connsiteX2-5" fmla="*/ 140080 w 140227"/>
                  <a:gd name="connsiteY2-6" fmla="*/ 71453 h 154534"/>
                  <a:gd name="connsiteX3-7" fmla="*/ 74358 w 140227"/>
                  <a:gd name="connsiteY3-8" fmla="*/ 154321 h 154534"/>
                  <a:gd name="connsiteX4-9" fmla="*/ 63 w 140227"/>
                  <a:gd name="connsiteY4-10" fmla="*/ 65738 h 154534"/>
                  <a:gd name="connsiteX0-11" fmla="*/ 63 w 140227"/>
                  <a:gd name="connsiteY0-12" fmla="*/ 65738 h 154534"/>
                  <a:gd name="connsiteX1-13" fmla="*/ 62928 w 140227"/>
                  <a:gd name="connsiteY1-14" fmla="*/ 16 h 154534"/>
                  <a:gd name="connsiteX2-15" fmla="*/ 140080 w 140227"/>
                  <a:gd name="connsiteY2-16" fmla="*/ 71453 h 154534"/>
                  <a:gd name="connsiteX3-17" fmla="*/ 74358 w 140227"/>
                  <a:gd name="connsiteY3-18" fmla="*/ 154321 h 154534"/>
                  <a:gd name="connsiteX4-19" fmla="*/ 63 w 140227"/>
                  <a:gd name="connsiteY4-20" fmla="*/ 65738 h 154534"/>
                  <a:gd name="connsiteX0-21" fmla="*/ 178 w 140342"/>
                  <a:gd name="connsiteY0-22" fmla="*/ 65738 h 154534"/>
                  <a:gd name="connsiteX1-23" fmla="*/ 63043 w 140342"/>
                  <a:gd name="connsiteY1-24" fmla="*/ 16 h 154534"/>
                  <a:gd name="connsiteX2-25" fmla="*/ 140195 w 140342"/>
                  <a:gd name="connsiteY2-26" fmla="*/ 71453 h 154534"/>
                  <a:gd name="connsiteX3-27" fmla="*/ 74473 w 140342"/>
                  <a:gd name="connsiteY3-28" fmla="*/ 154321 h 154534"/>
                  <a:gd name="connsiteX4-29" fmla="*/ 178 w 140342"/>
                  <a:gd name="connsiteY4-30" fmla="*/ 65738 h 154534"/>
                  <a:gd name="connsiteX0-31" fmla="*/ 178 w 140342"/>
                  <a:gd name="connsiteY0-32" fmla="*/ 65740 h 154536"/>
                  <a:gd name="connsiteX1-33" fmla="*/ 63043 w 140342"/>
                  <a:gd name="connsiteY1-34" fmla="*/ 18 h 154536"/>
                  <a:gd name="connsiteX2-35" fmla="*/ 140195 w 140342"/>
                  <a:gd name="connsiteY2-36" fmla="*/ 71455 h 154536"/>
                  <a:gd name="connsiteX3-37" fmla="*/ 74473 w 140342"/>
                  <a:gd name="connsiteY3-38" fmla="*/ 154323 h 154536"/>
                  <a:gd name="connsiteX4-39" fmla="*/ 178 w 140342"/>
                  <a:gd name="connsiteY4-40" fmla="*/ 65740 h 154536"/>
                  <a:gd name="connsiteX0-41" fmla="*/ 9 w 140173"/>
                  <a:gd name="connsiteY0-42" fmla="*/ 71451 h 160247"/>
                  <a:gd name="connsiteX1-43" fmla="*/ 71446 w 140173"/>
                  <a:gd name="connsiteY1-44" fmla="*/ 14 h 160247"/>
                  <a:gd name="connsiteX2-45" fmla="*/ 140026 w 140173"/>
                  <a:gd name="connsiteY2-46" fmla="*/ 77166 h 160247"/>
                  <a:gd name="connsiteX3-47" fmla="*/ 74304 w 140173"/>
                  <a:gd name="connsiteY3-48" fmla="*/ 160034 h 160247"/>
                  <a:gd name="connsiteX4-49" fmla="*/ 9 w 140173"/>
                  <a:gd name="connsiteY4-50" fmla="*/ 71451 h 160247"/>
                  <a:gd name="connsiteX0-51" fmla="*/ 9 w 140173"/>
                  <a:gd name="connsiteY0-52" fmla="*/ 71451 h 148862"/>
                  <a:gd name="connsiteX1-53" fmla="*/ 71446 w 140173"/>
                  <a:gd name="connsiteY1-54" fmla="*/ 14 h 148862"/>
                  <a:gd name="connsiteX2-55" fmla="*/ 140026 w 140173"/>
                  <a:gd name="connsiteY2-56" fmla="*/ 77166 h 148862"/>
                  <a:gd name="connsiteX3-57" fmla="*/ 74304 w 140173"/>
                  <a:gd name="connsiteY3-58" fmla="*/ 148604 h 148862"/>
                  <a:gd name="connsiteX4-59" fmla="*/ 9 w 140173"/>
                  <a:gd name="connsiteY4-60" fmla="*/ 71451 h 148862"/>
                  <a:gd name="connsiteX0-61" fmla="*/ 9 w 141024"/>
                  <a:gd name="connsiteY0-62" fmla="*/ 71451 h 148862"/>
                  <a:gd name="connsiteX1-63" fmla="*/ 71446 w 141024"/>
                  <a:gd name="connsiteY1-64" fmla="*/ 14 h 148862"/>
                  <a:gd name="connsiteX2-65" fmla="*/ 140026 w 141024"/>
                  <a:gd name="connsiteY2-66" fmla="*/ 77166 h 148862"/>
                  <a:gd name="connsiteX3-67" fmla="*/ 74304 w 141024"/>
                  <a:gd name="connsiteY3-68" fmla="*/ 148604 h 148862"/>
                  <a:gd name="connsiteX4-69" fmla="*/ 9 w 141024"/>
                  <a:gd name="connsiteY4-70" fmla="*/ 71451 h 148862"/>
                  <a:gd name="connsiteX0-71" fmla="*/ 9 w 140173"/>
                  <a:gd name="connsiteY0-72" fmla="*/ 71451 h 148862"/>
                  <a:gd name="connsiteX1-73" fmla="*/ 71446 w 140173"/>
                  <a:gd name="connsiteY1-74" fmla="*/ 14 h 148862"/>
                  <a:gd name="connsiteX2-75" fmla="*/ 140026 w 140173"/>
                  <a:gd name="connsiteY2-76" fmla="*/ 77166 h 148862"/>
                  <a:gd name="connsiteX3-77" fmla="*/ 74304 w 140173"/>
                  <a:gd name="connsiteY3-78" fmla="*/ 148604 h 148862"/>
                  <a:gd name="connsiteX4-79" fmla="*/ 9 w 140173"/>
                  <a:gd name="connsiteY4-80" fmla="*/ 71451 h 148862"/>
                  <a:gd name="connsiteX0-81" fmla="*/ 9 w 140257"/>
                  <a:gd name="connsiteY0-82" fmla="*/ 71451 h 148862"/>
                  <a:gd name="connsiteX1-83" fmla="*/ 71446 w 140257"/>
                  <a:gd name="connsiteY1-84" fmla="*/ 14 h 148862"/>
                  <a:gd name="connsiteX2-85" fmla="*/ 140026 w 140257"/>
                  <a:gd name="connsiteY2-86" fmla="*/ 77166 h 148862"/>
                  <a:gd name="connsiteX3-87" fmla="*/ 74304 w 140257"/>
                  <a:gd name="connsiteY3-88" fmla="*/ 148604 h 148862"/>
                  <a:gd name="connsiteX4-89" fmla="*/ 9 w 140257"/>
                  <a:gd name="connsiteY4-90" fmla="*/ 71451 h 148862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</a:cxnLst>
                <a:rect l="l" t="t" r="r" b="b"/>
                <a:pathLst>
                  <a:path w="140257" h="148862">
                    <a:moveTo>
                      <a:pt x="9" y="71451"/>
                    </a:moveTo>
                    <a:cubicBezTo>
                      <a:pt x="-467" y="46686"/>
                      <a:pt x="19535" y="-938"/>
                      <a:pt x="71446" y="14"/>
                    </a:cubicBezTo>
                    <a:cubicBezTo>
                      <a:pt x="123357" y="966"/>
                      <a:pt x="142638" y="44242"/>
                      <a:pt x="140026" y="77166"/>
                    </a:cubicBezTo>
                    <a:cubicBezTo>
                      <a:pt x="141931" y="102883"/>
                      <a:pt x="125739" y="152890"/>
                      <a:pt x="74304" y="148604"/>
                    </a:cubicBezTo>
                    <a:cubicBezTo>
                      <a:pt x="22869" y="144318"/>
                      <a:pt x="485" y="96216"/>
                      <a:pt x="9" y="71451"/>
                    </a:cubicBezTo>
                    <a:close/>
                  </a:path>
                </a:pathLst>
              </a:custGeom>
              <a:noFill/>
              <a:ln w="38100" cap="rnd">
                <a:solidFill>
                  <a:srgbClr val="262626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365">
                  <a:cs typeface="+mn-ea"/>
                  <a:sym typeface="+mn-lt"/>
                </a:endParaRPr>
              </a:p>
            </p:txBody>
          </p:sp>
          <p:sp>
            <p:nvSpPr>
              <p:cNvPr id="44" name="任意多边形 25"/>
              <p:cNvSpPr/>
              <p:nvPr/>
            </p:nvSpPr>
            <p:spPr>
              <a:xfrm>
                <a:off x="2176934" y="4495047"/>
                <a:ext cx="227805" cy="371040"/>
              </a:xfrm>
              <a:custGeom>
                <a:avLst/>
                <a:gdLst>
                  <a:gd name="connsiteX0" fmla="*/ 131483 w 768692"/>
                  <a:gd name="connsiteY0" fmla="*/ 0 h 962212"/>
                  <a:gd name="connsiteX1" fmla="*/ 394448 w 768692"/>
                  <a:gd name="connsiteY1" fmla="*/ 197223 h 962212"/>
                  <a:gd name="connsiteX2" fmla="*/ 621553 w 768692"/>
                  <a:gd name="connsiteY2" fmla="*/ 137459 h 962212"/>
                  <a:gd name="connsiteX3" fmla="*/ 764989 w 768692"/>
                  <a:gd name="connsiteY3" fmla="*/ 472141 h 962212"/>
                  <a:gd name="connsiteX4" fmla="*/ 472142 w 768692"/>
                  <a:gd name="connsiteY4" fmla="*/ 531906 h 962212"/>
                  <a:gd name="connsiteX5" fmla="*/ 591671 w 768692"/>
                  <a:gd name="connsiteY5" fmla="*/ 770965 h 962212"/>
                  <a:gd name="connsiteX6" fmla="*/ 442259 w 768692"/>
                  <a:gd name="connsiteY6" fmla="*/ 806823 h 962212"/>
                  <a:gd name="connsiteX7" fmla="*/ 352612 w 768692"/>
                  <a:gd name="connsiteY7" fmla="*/ 693271 h 962212"/>
                  <a:gd name="connsiteX8" fmla="*/ 197224 w 768692"/>
                  <a:gd name="connsiteY8" fmla="*/ 878541 h 962212"/>
                  <a:gd name="connsiteX9" fmla="*/ 0 w 768692"/>
                  <a:gd name="connsiteY9" fmla="*/ 962212 h 962212"/>
                  <a:gd name="connsiteX0-1" fmla="*/ 61103 w 698312"/>
                  <a:gd name="connsiteY0-2" fmla="*/ 0 h 1082820"/>
                  <a:gd name="connsiteX1-3" fmla="*/ 324068 w 698312"/>
                  <a:gd name="connsiteY1-4" fmla="*/ 197223 h 1082820"/>
                  <a:gd name="connsiteX2-5" fmla="*/ 551173 w 698312"/>
                  <a:gd name="connsiteY2-6" fmla="*/ 137459 h 1082820"/>
                  <a:gd name="connsiteX3-7" fmla="*/ 694609 w 698312"/>
                  <a:gd name="connsiteY3-8" fmla="*/ 472141 h 1082820"/>
                  <a:gd name="connsiteX4-9" fmla="*/ 401762 w 698312"/>
                  <a:gd name="connsiteY4-10" fmla="*/ 531906 h 1082820"/>
                  <a:gd name="connsiteX5-11" fmla="*/ 521291 w 698312"/>
                  <a:gd name="connsiteY5-12" fmla="*/ 770965 h 1082820"/>
                  <a:gd name="connsiteX6-13" fmla="*/ 371879 w 698312"/>
                  <a:gd name="connsiteY6-14" fmla="*/ 806823 h 1082820"/>
                  <a:gd name="connsiteX7-15" fmla="*/ 282232 w 698312"/>
                  <a:gd name="connsiteY7-16" fmla="*/ 693271 h 1082820"/>
                  <a:gd name="connsiteX8-17" fmla="*/ 126844 w 698312"/>
                  <a:gd name="connsiteY8-18" fmla="*/ 878541 h 1082820"/>
                  <a:gd name="connsiteX9-19" fmla="*/ 0 w 698312"/>
                  <a:gd name="connsiteY9-20" fmla="*/ 1082820 h 1082820"/>
                  <a:gd name="connsiteX0-21" fmla="*/ 61103 w 698312"/>
                  <a:gd name="connsiteY0-22" fmla="*/ 0 h 1082820"/>
                  <a:gd name="connsiteX1-23" fmla="*/ 324068 w 698312"/>
                  <a:gd name="connsiteY1-24" fmla="*/ 197223 h 1082820"/>
                  <a:gd name="connsiteX2-25" fmla="*/ 551173 w 698312"/>
                  <a:gd name="connsiteY2-26" fmla="*/ 137459 h 1082820"/>
                  <a:gd name="connsiteX3-27" fmla="*/ 694609 w 698312"/>
                  <a:gd name="connsiteY3-28" fmla="*/ 472141 h 1082820"/>
                  <a:gd name="connsiteX4-29" fmla="*/ 401762 w 698312"/>
                  <a:gd name="connsiteY4-30" fmla="*/ 531906 h 1082820"/>
                  <a:gd name="connsiteX5-31" fmla="*/ 521291 w 698312"/>
                  <a:gd name="connsiteY5-32" fmla="*/ 770965 h 1082820"/>
                  <a:gd name="connsiteX6-33" fmla="*/ 371879 w 698312"/>
                  <a:gd name="connsiteY6-34" fmla="*/ 806823 h 1082820"/>
                  <a:gd name="connsiteX7-35" fmla="*/ 282232 w 698312"/>
                  <a:gd name="connsiteY7-36" fmla="*/ 693271 h 1082820"/>
                  <a:gd name="connsiteX8-37" fmla="*/ 176111 w 698312"/>
                  <a:gd name="connsiteY8-38" fmla="*/ 905342 h 1082820"/>
                  <a:gd name="connsiteX9-39" fmla="*/ 0 w 698312"/>
                  <a:gd name="connsiteY9-40" fmla="*/ 1082820 h 1082820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  <a:cxn ang="0">
                    <a:pos x="connsiteX5-11" y="connsiteY5-12"/>
                  </a:cxn>
                  <a:cxn ang="0">
                    <a:pos x="connsiteX6-13" y="connsiteY6-14"/>
                  </a:cxn>
                  <a:cxn ang="0">
                    <a:pos x="connsiteX7-15" y="connsiteY7-16"/>
                  </a:cxn>
                  <a:cxn ang="0">
                    <a:pos x="connsiteX8-17" y="connsiteY8-18"/>
                  </a:cxn>
                  <a:cxn ang="0">
                    <a:pos x="connsiteX9-19" y="connsiteY9-20"/>
                  </a:cxn>
                </a:cxnLst>
                <a:rect l="l" t="t" r="r" b="b"/>
                <a:pathLst>
                  <a:path w="698312" h="1082820">
                    <a:moveTo>
                      <a:pt x="61103" y="0"/>
                    </a:moveTo>
                    <a:cubicBezTo>
                      <a:pt x="151746" y="87156"/>
                      <a:pt x="242390" y="174313"/>
                      <a:pt x="324068" y="197223"/>
                    </a:cubicBezTo>
                    <a:cubicBezTo>
                      <a:pt x="405746" y="220133"/>
                      <a:pt x="489416" y="91639"/>
                      <a:pt x="551173" y="137459"/>
                    </a:cubicBezTo>
                    <a:cubicBezTo>
                      <a:pt x="612930" y="183279"/>
                      <a:pt x="719511" y="406400"/>
                      <a:pt x="694609" y="472141"/>
                    </a:cubicBezTo>
                    <a:cubicBezTo>
                      <a:pt x="669707" y="537882"/>
                      <a:pt x="430648" y="482102"/>
                      <a:pt x="401762" y="531906"/>
                    </a:cubicBezTo>
                    <a:cubicBezTo>
                      <a:pt x="372876" y="581710"/>
                      <a:pt x="526272" y="725146"/>
                      <a:pt x="521291" y="770965"/>
                    </a:cubicBezTo>
                    <a:cubicBezTo>
                      <a:pt x="516311" y="816785"/>
                      <a:pt x="411722" y="819772"/>
                      <a:pt x="371879" y="806823"/>
                    </a:cubicBezTo>
                    <a:cubicBezTo>
                      <a:pt x="332036" y="793874"/>
                      <a:pt x="314860" y="676851"/>
                      <a:pt x="282232" y="693271"/>
                    </a:cubicBezTo>
                    <a:cubicBezTo>
                      <a:pt x="249604" y="709691"/>
                      <a:pt x="223150" y="840417"/>
                      <a:pt x="176111" y="905342"/>
                    </a:cubicBezTo>
                    <a:cubicBezTo>
                      <a:pt x="129072" y="970267"/>
                      <a:pt x="69227" y="1063396"/>
                      <a:pt x="0" y="1082820"/>
                    </a:cubicBezTo>
                  </a:path>
                </a:pathLst>
              </a:custGeom>
              <a:noFill/>
              <a:ln w="38100" cap="rnd">
                <a:solidFill>
                  <a:srgbClr val="262626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365">
                  <a:cs typeface="+mn-ea"/>
                  <a:sym typeface="+mn-lt"/>
                </a:endParaRPr>
              </a:p>
            </p:txBody>
          </p:sp>
          <p:sp>
            <p:nvSpPr>
              <p:cNvPr id="45" name="任意多边形 26"/>
              <p:cNvSpPr/>
              <p:nvPr/>
            </p:nvSpPr>
            <p:spPr>
              <a:xfrm>
                <a:off x="2353279" y="4809159"/>
                <a:ext cx="49757" cy="61548"/>
              </a:xfrm>
              <a:custGeom>
                <a:avLst/>
                <a:gdLst>
                  <a:gd name="connsiteX0" fmla="*/ 6763 w 126447"/>
                  <a:gd name="connsiteY0" fmla="*/ 18499 h 191822"/>
                  <a:gd name="connsiteX1" fmla="*/ 126292 w 126447"/>
                  <a:gd name="connsiteY1" fmla="*/ 24476 h 191822"/>
                  <a:gd name="connsiteX2" fmla="*/ 30669 w 126447"/>
                  <a:gd name="connsiteY2" fmla="*/ 191817 h 191822"/>
                  <a:gd name="connsiteX3" fmla="*/ 6763 w 126447"/>
                  <a:gd name="connsiteY3" fmla="*/ 18499 h 191822"/>
                  <a:gd name="connsiteX0-1" fmla="*/ 394 w 120595"/>
                  <a:gd name="connsiteY0-2" fmla="*/ 16500 h 159942"/>
                  <a:gd name="connsiteX1-3" fmla="*/ 119923 w 120595"/>
                  <a:gd name="connsiteY1-4" fmla="*/ 22477 h 159942"/>
                  <a:gd name="connsiteX2-5" fmla="*/ 84065 w 120595"/>
                  <a:gd name="connsiteY2-6" fmla="*/ 159936 h 159942"/>
                  <a:gd name="connsiteX3-7" fmla="*/ 394 w 120595"/>
                  <a:gd name="connsiteY3-8" fmla="*/ 16500 h 159942"/>
                  <a:gd name="connsiteX0-9" fmla="*/ 939 w 129518"/>
                  <a:gd name="connsiteY0-10" fmla="*/ 16500 h 160211"/>
                  <a:gd name="connsiteX1-11" fmla="*/ 120468 w 129518"/>
                  <a:gd name="connsiteY1-12" fmla="*/ 22477 h 160211"/>
                  <a:gd name="connsiteX2-13" fmla="*/ 84610 w 129518"/>
                  <a:gd name="connsiteY2-14" fmla="*/ 159936 h 160211"/>
                  <a:gd name="connsiteX3-15" fmla="*/ 939 w 129518"/>
                  <a:gd name="connsiteY3-16" fmla="*/ 16500 h 160211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</a:cxnLst>
                <a:rect l="l" t="t" r="r" b="b"/>
                <a:pathLst>
                  <a:path w="129518" h="160211">
                    <a:moveTo>
                      <a:pt x="939" y="16500"/>
                    </a:moveTo>
                    <a:cubicBezTo>
                      <a:pt x="6915" y="-6410"/>
                      <a:pt x="116484" y="-6409"/>
                      <a:pt x="120468" y="22477"/>
                    </a:cubicBezTo>
                    <a:cubicBezTo>
                      <a:pt x="124452" y="51363"/>
                      <a:pt x="152344" y="152964"/>
                      <a:pt x="84610" y="159936"/>
                    </a:cubicBezTo>
                    <a:cubicBezTo>
                      <a:pt x="16876" y="166908"/>
                      <a:pt x="-5037" y="39410"/>
                      <a:pt x="939" y="16500"/>
                    </a:cubicBezTo>
                    <a:close/>
                  </a:path>
                </a:pathLst>
              </a:custGeom>
              <a:noFill/>
              <a:ln w="38100" cap="rnd">
                <a:solidFill>
                  <a:srgbClr val="262626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365">
                  <a:cs typeface="+mn-ea"/>
                  <a:sym typeface="+mn-lt"/>
                </a:endParaRPr>
              </a:p>
            </p:txBody>
          </p:sp>
          <p:sp>
            <p:nvSpPr>
              <p:cNvPr id="46" name="任意多边形 27"/>
              <p:cNvSpPr/>
              <p:nvPr/>
            </p:nvSpPr>
            <p:spPr>
              <a:xfrm>
                <a:off x="2500518" y="4409062"/>
                <a:ext cx="255640" cy="461540"/>
              </a:xfrm>
              <a:custGeom>
                <a:avLst/>
                <a:gdLst>
                  <a:gd name="connsiteX0" fmla="*/ 420402 w 665437"/>
                  <a:gd name="connsiteY0" fmla="*/ 0 h 1201399"/>
                  <a:gd name="connsiteX1" fmla="*/ 181343 w 665437"/>
                  <a:gd name="connsiteY1" fmla="*/ 161365 h 1201399"/>
                  <a:gd name="connsiteX2" fmla="*/ 37908 w 665437"/>
                  <a:gd name="connsiteY2" fmla="*/ 173318 h 1201399"/>
                  <a:gd name="connsiteX3" fmla="*/ 2049 w 665437"/>
                  <a:gd name="connsiteY3" fmla="*/ 239059 h 1201399"/>
                  <a:gd name="connsiteX4" fmla="*/ 37908 w 665437"/>
                  <a:gd name="connsiteY4" fmla="*/ 579718 h 1201399"/>
                  <a:gd name="connsiteX5" fmla="*/ 306849 w 665437"/>
                  <a:gd name="connsiteY5" fmla="*/ 753036 h 1201399"/>
                  <a:gd name="connsiteX6" fmla="*/ 282943 w 665437"/>
                  <a:gd name="connsiteY6" fmla="*/ 926353 h 1201399"/>
                  <a:gd name="connsiteX7" fmla="*/ 336731 w 665437"/>
                  <a:gd name="connsiteY7" fmla="*/ 1093695 h 1201399"/>
                  <a:gd name="connsiteX8" fmla="*/ 306849 w 665437"/>
                  <a:gd name="connsiteY8" fmla="*/ 1201271 h 1201399"/>
                  <a:gd name="connsiteX9" fmla="*/ 408449 w 665437"/>
                  <a:gd name="connsiteY9" fmla="*/ 1111624 h 1201399"/>
                  <a:gd name="connsiteX10" fmla="*/ 444308 w 665437"/>
                  <a:gd name="connsiteY10" fmla="*/ 944283 h 1201399"/>
                  <a:gd name="connsiteX11" fmla="*/ 516025 w 665437"/>
                  <a:gd name="connsiteY11" fmla="*/ 818777 h 1201399"/>
                  <a:gd name="connsiteX12" fmla="*/ 665437 w 665437"/>
                  <a:gd name="connsiteY12" fmla="*/ 753036 h 12013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665437" h="1201399">
                    <a:moveTo>
                      <a:pt x="420402" y="0"/>
                    </a:moveTo>
                    <a:cubicBezTo>
                      <a:pt x="332747" y="66239"/>
                      <a:pt x="245092" y="132479"/>
                      <a:pt x="181343" y="161365"/>
                    </a:cubicBezTo>
                    <a:cubicBezTo>
                      <a:pt x="117594" y="190251"/>
                      <a:pt x="67790" y="160369"/>
                      <a:pt x="37908" y="173318"/>
                    </a:cubicBezTo>
                    <a:cubicBezTo>
                      <a:pt x="8026" y="186267"/>
                      <a:pt x="2049" y="171326"/>
                      <a:pt x="2049" y="239059"/>
                    </a:cubicBezTo>
                    <a:cubicBezTo>
                      <a:pt x="2049" y="306792"/>
                      <a:pt x="-12892" y="494055"/>
                      <a:pt x="37908" y="579718"/>
                    </a:cubicBezTo>
                    <a:cubicBezTo>
                      <a:pt x="88708" y="665381"/>
                      <a:pt x="266010" y="695264"/>
                      <a:pt x="306849" y="753036"/>
                    </a:cubicBezTo>
                    <a:cubicBezTo>
                      <a:pt x="347688" y="810808"/>
                      <a:pt x="277963" y="869577"/>
                      <a:pt x="282943" y="926353"/>
                    </a:cubicBezTo>
                    <a:cubicBezTo>
                      <a:pt x="287923" y="983129"/>
                      <a:pt x="332747" y="1047875"/>
                      <a:pt x="336731" y="1093695"/>
                    </a:cubicBezTo>
                    <a:cubicBezTo>
                      <a:pt x="340715" y="1139515"/>
                      <a:pt x="294896" y="1198283"/>
                      <a:pt x="306849" y="1201271"/>
                    </a:cubicBezTo>
                    <a:cubicBezTo>
                      <a:pt x="318802" y="1204259"/>
                      <a:pt x="385539" y="1154455"/>
                      <a:pt x="408449" y="1111624"/>
                    </a:cubicBezTo>
                    <a:cubicBezTo>
                      <a:pt x="431359" y="1068793"/>
                      <a:pt x="426379" y="993091"/>
                      <a:pt x="444308" y="944283"/>
                    </a:cubicBezTo>
                    <a:cubicBezTo>
                      <a:pt x="462237" y="895475"/>
                      <a:pt x="479170" y="850651"/>
                      <a:pt x="516025" y="818777"/>
                    </a:cubicBezTo>
                    <a:cubicBezTo>
                      <a:pt x="552880" y="786903"/>
                      <a:pt x="609158" y="769969"/>
                      <a:pt x="665437" y="753036"/>
                    </a:cubicBezTo>
                  </a:path>
                </a:pathLst>
              </a:custGeom>
              <a:noFill/>
              <a:ln w="38100" cap="rnd">
                <a:solidFill>
                  <a:srgbClr val="262626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365">
                  <a:cs typeface="+mn-ea"/>
                  <a:sym typeface="+mn-lt"/>
                </a:endParaRPr>
              </a:p>
            </p:txBody>
          </p:sp>
          <p:sp>
            <p:nvSpPr>
              <p:cNvPr id="47" name="任意多边形 28"/>
              <p:cNvSpPr/>
              <p:nvPr/>
            </p:nvSpPr>
            <p:spPr>
              <a:xfrm>
                <a:off x="2693191" y="4801426"/>
                <a:ext cx="48215" cy="91839"/>
              </a:xfrm>
              <a:custGeom>
                <a:avLst/>
                <a:gdLst>
                  <a:gd name="connsiteX0" fmla="*/ 125506 w 125506"/>
                  <a:gd name="connsiteY0" fmla="*/ 0 h 239059"/>
                  <a:gd name="connsiteX1" fmla="*/ 59765 w 125506"/>
                  <a:gd name="connsiteY1" fmla="*/ 23906 h 239059"/>
                  <a:gd name="connsiteX2" fmla="*/ 0 w 125506"/>
                  <a:gd name="connsiteY2" fmla="*/ 143435 h 239059"/>
                  <a:gd name="connsiteX3" fmla="*/ 59765 w 125506"/>
                  <a:gd name="connsiteY3" fmla="*/ 239059 h 2390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5506" h="239059">
                    <a:moveTo>
                      <a:pt x="125506" y="0"/>
                    </a:moveTo>
                    <a:cubicBezTo>
                      <a:pt x="103094" y="0"/>
                      <a:pt x="80683" y="0"/>
                      <a:pt x="59765" y="23906"/>
                    </a:cubicBezTo>
                    <a:cubicBezTo>
                      <a:pt x="38847" y="47812"/>
                      <a:pt x="0" y="107576"/>
                      <a:pt x="0" y="143435"/>
                    </a:cubicBezTo>
                    <a:cubicBezTo>
                      <a:pt x="0" y="179294"/>
                      <a:pt x="29882" y="209176"/>
                      <a:pt x="59765" y="239059"/>
                    </a:cubicBezTo>
                  </a:path>
                </a:pathLst>
              </a:custGeom>
              <a:noFill/>
              <a:ln w="38100" cap="rnd">
                <a:solidFill>
                  <a:srgbClr val="262626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365">
                  <a:cs typeface="+mn-ea"/>
                  <a:sym typeface="+mn-lt"/>
                </a:endParaRPr>
              </a:p>
            </p:txBody>
          </p:sp>
        </p:grpSp>
        <p:sp>
          <p:nvSpPr>
            <p:cNvPr id="26" name="任意多边形 7"/>
            <p:cNvSpPr/>
            <p:nvPr/>
          </p:nvSpPr>
          <p:spPr>
            <a:xfrm rot="20279529">
              <a:off x="2598986" y="4623585"/>
              <a:ext cx="174702" cy="83215"/>
            </a:xfrm>
            <a:custGeom>
              <a:avLst/>
              <a:gdLst>
                <a:gd name="connsiteX0" fmla="*/ 0 w 145605"/>
                <a:gd name="connsiteY0" fmla="*/ 221320 h 221320"/>
                <a:gd name="connsiteX1" fmla="*/ 66978 w 145605"/>
                <a:gd name="connsiteY1" fmla="*/ 107748 h 221320"/>
                <a:gd name="connsiteX2" fmla="*/ 145605 w 145605"/>
                <a:gd name="connsiteY2" fmla="*/ 0 h 221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5605" h="221320">
                  <a:moveTo>
                    <a:pt x="0" y="221320"/>
                  </a:moveTo>
                  <a:cubicBezTo>
                    <a:pt x="21355" y="182977"/>
                    <a:pt x="42711" y="144635"/>
                    <a:pt x="66978" y="107748"/>
                  </a:cubicBezTo>
                  <a:cubicBezTo>
                    <a:pt x="91245" y="70861"/>
                    <a:pt x="118425" y="35430"/>
                    <a:pt x="145605" y="0"/>
                  </a:cubicBezTo>
                </a:path>
              </a:pathLst>
            </a:custGeom>
            <a:noFill/>
            <a:ln w="38100" cap="rnd">
              <a:solidFill>
                <a:srgbClr val="262626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365">
                <a:cs typeface="+mn-ea"/>
                <a:sym typeface="+mn-lt"/>
              </a:endParaRPr>
            </a:p>
          </p:txBody>
        </p:sp>
        <p:sp>
          <p:nvSpPr>
            <p:cNvPr id="27" name="任意多边形 8"/>
            <p:cNvSpPr/>
            <p:nvPr/>
          </p:nvSpPr>
          <p:spPr>
            <a:xfrm rot="20279529">
              <a:off x="2479594" y="4480388"/>
              <a:ext cx="223342" cy="118799"/>
            </a:xfrm>
            <a:custGeom>
              <a:avLst/>
              <a:gdLst>
                <a:gd name="connsiteX0" fmla="*/ 0 w 145605"/>
                <a:gd name="connsiteY0" fmla="*/ 221320 h 221320"/>
                <a:gd name="connsiteX1" fmla="*/ 66978 w 145605"/>
                <a:gd name="connsiteY1" fmla="*/ 107748 h 221320"/>
                <a:gd name="connsiteX2" fmla="*/ 145605 w 145605"/>
                <a:gd name="connsiteY2" fmla="*/ 0 h 221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5605" h="221320">
                  <a:moveTo>
                    <a:pt x="0" y="221320"/>
                  </a:moveTo>
                  <a:cubicBezTo>
                    <a:pt x="21355" y="182977"/>
                    <a:pt x="42711" y="144635"/>
                    <a:pt x="66978" y="107748"/>
                  </a:cubicBezTo>
                  <a:cubicBezTo>
                    <a:pt x="91245" y="70861"/>
                    <a:pt x="118425" y="35430"/>
                    <a:pt x="145605" y="0"/>
                  </a:cubicBezTo>
                </a:path>
              </a:pathLst>
            </a:custGeom>
            <a:noFill/>
            <a:ln w="38100" cap="rnd">
              <a:solidFill>
                <a:srgbClr val="262626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365">
                <a:cs typeface="+mn-ea"/>
                <a:sym typeface="+mn-lt"/>
              </a:endParaRPr>
            </a:p>
          </p:txBody>
        </p:sp>
        <p:sp>
          <p:nvSpPr>
            <p:cNvPr id="28" name="任意多边形 9"/>
            <p:cNvSpPr/>
            <p:nvPr/>
          </p:nvSpPr>
          <p:spPr>
            <a:xfrm rot="20279529">
              <a:off x="2127432" y="4559080"/>
              <a:ext cx="113703" cy="55204"/>
            </a:xfrm>
            <a:custGeom>
              <a:avLst/>
              <a:gdLst>
                <a:gd name="connsiteX0" fmla="*/ 0 w 145605"/>
                <a:gd name="connsiteY0" fmla="*/ 221320 h 221320"/>
                <a:gd name="connsiteX1" fmla="*/ 66978 w 145605"/>
                <a:gd name="connsiteY1" fmla="*/ 107748 h 221320"/>
                <a:gd name="connsiteX2" fmla="*/ 145605 w 145605"/>
                <a:gd name="connsiteY2" fmla="*/ 0 h 221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5605" h="221320">
                  <a:moveTo>
                    <a:pt x="0" y="221320"/>
                  </a:moveTo>
                  <a:cubicBezTo>
                    <a:pt x="21355" y="182977"/>
                    <a:pt x="42711" y="144635"/>
                    <a:pt x="66978" y="107748"/>
                  </a:cubicBezTo>
                  <a:cubicBezTo>
                    <a:pt x="91245" y="70861"/>
                    <a:pt x="118425" y="35430"/>
                    <a:pt x="145605" y="0"/>
                  </a:cubicBezTo>
                </a:path>
              </a:pathLst>
            </a:custGeom>
            <a:noFill/>
            <a:ln w="38100" cap="rnd">
              <a:solidFill>
                <a:srgbClr val="262626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365">
                <a:cs typeface="+mn-ea"/>
                <a:sym typeface="+mn-lt"/>
              </a:endParaRPr>
            </a:p>
          </p:txBody>
        </p:sp>
        <p:sp>
          <p:nvSpPr>
            <p:cNvPr id="29" name="任意多边形 10"/>
            <p:cNvSpPr/>
            <p:nvPr/>
          </p:nvSpPr>
          <p:spPr>
            <a:xfrm rot="20279529">
              <a:off x="2594340" y="4571943"/>
              <a:ext cx="163589" cy="96477"/>
            </a:xfrm>
            <a:custGeom>
              <a:avLst/>
              <a:gdLst>
                <a:gd name="connsiteX0" fmla="*/ 0 w 145605"/>
                <a:gd name="connsiteY0" fmla="*/ 221320 h 221320"/>
                <a:gd name="connsiteX1" fmla="*/ 66978 w 145605"/>
                <a:gd name="connsiteY1" fmla="*/ 107748 h 221320"/>
                <a:gd name="connsiteX2" fmla="*/ 145605 w 145605"/>
                <a:gd name="connsiteY2" fmla="*/ 0 h 221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5605" h="221320">
                  <a:moveTo>
                    <a:pt x="0" y="221320"/>
                  </a:moveTo>
                  <a:cubicBezTo>
                    <a:pt x="21355" y="182977"/>
                    <a:pt x="42711" y="144635"/>
                    <a:pt x="66978" y="107748"/>
                  </a:cubicBezTo>
                  <a:cubicBezTo>
                    <a:pt x="91245" y="70861"/>
                    <a:pt x="118425" y="35430"/>
                    <a:pt x="145605" y="0"/>
                  </a:cubicBezTo>
                </a:path>
              </a:pathLst>
            </a:custGeom>
            <a:noFill/>
            <a:ln w="38100" cap="rnd">
              <a:solidFill>
                <a:srgbClr val="262626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365">
                <a:cs typeface="+mn-ea"/>
                <a:sym typeface="+mn-lt"/>
              </a:endParaRPr>
            </a:p>
          </p:txBody>
        </p:sp>
        <p:sp>
          <p:nvSpPr>
            <p:cNvPr id="30" name="任意多边形 11"/>
            <p:cNvSpPr/>
            <p:nvPr/>
          </p:nvSpPr>
          <p:spPr>
            <a:xfrm rot="20279529">
              <a:off x="2135494" y="4638968"/>
              <a:ext cx="269481" cy="148400"/>
            </a:xfrm>
            <a:custGeom>
              <a:avLst/>
              <a:gdLst>
                <a:gd name="connsiteX0" fmla="*/ 0 w 145605"/>
                <a:gd name="connsiteY0" fmla="*/ 221320 h 221320"/>
                <a:gd name="connsiteX1" fmla="*/ 66978 w 145605"/>
                <a:gd name="connsiteY1" fmla="*/ 107748 h 221320"/>
                <a:gd name="connsiteX2" fmla="*/ 145605 w 145605"/>
                <a:gd name="connsiteY2" fmla="*/ 0 h 221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5605" h="221320">
                  <a:moveTo>
                    <a:pt x="0" y="221320"/>
                  </a:moveTo>
                  <a:cubicBezTo>
                    <a:pt x="21355" y="182977"/>
                    <a:pt x="42711" y="144635"/>
                    <a:pt x="66978" y="107748"/>
                  </a:cubicBezTo>
                  <a:cubicBezTo>
                    <a:pt x="91245" y="70861"/>
                    <a:pt x="118425" y="35430"/>
                    <a:pt x="145605" y="0"/>
                  </a:cubicBezTo>
                </a:path>
              </a:pathLst>
            </a:custGeom>
            <a:noFill/>
            <a:ln w="38100" cap="rnd">
              <a:solidFill>
                <a:srgbClr val="262626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365">
                <a:cs typeface="+mn-ea"/>
                <a:sym typeface="+mn-lt"/>
              </a:endParaRPr>
            </a:p>
          </p:txBody>
        </p:sp>
        <p:sp>
          <p:nvSpPr>
            <p:cNvPr id="31" name="任意多边形 12"/>
            <p:cNvSpPr/>
            <p:nvPr/>
          </p:nvSpPr>
          <p:spPr>
            <a:xfrm rot="20279529">
              <a:off x="2551870" y="4532497"/>
              <a:ext cx="202631" cy="103394"/>
            </a:xfrm>
            <a:custGeom>
              <a:avLst/>
              <a:gdLst>
                <a:gd name="connsiteX0" fmla="*/ 0 w 145605"/>
                <a:gd name="connsiteY0" fmla="*/ 221320 h 221320"/>
                <a:gd name="connsiteX1" fmla="*/ 66978 w 145605"/>
                <a:gd name="connsiteY1" fmla="*/ 107748 h 221320"/>
                <a:gd name="connsiteX2" fmla="*/ 145605 w 145605"/>
                <a:gd name="connsiteY2" fmla="*/ 0 h 221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5605" h="221320">
                  <a:moveTo>
                    <a:pt x="0" y="221320"/>
                  </a:moveTo>
                  <a:cubicBezTo>
                    <a:pt x="21355" y="182977"/>
                    <a:pt x="42711" y="144635"/>
                    <a:pt x="66978" y="107748"/>
                  </a:cubicBezTo>
                  <a:cubicBezTo>
                    <a:pt x="91245" y="70861"/>
                    <a:pt x="118425" y="35430"/>
                    <a:pt x="145605" y="0"/>
                  </a:cubicBezTo>
                </a:path>
              </a:pathLst>
            </a:custGeom>
            <a:noFill/>
            <a:ln w="38100" cap="rnd">
              <a:solidFill>
                <a:srgbClr val="262626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365">
                <a:cs typeface="+mn-ea"/>
                <a:sym typeface="+mn-lt"/>
              </a:endParaRPr>
            </a:p>
          </p:txBody>
        </p:sp>
        <p:sp>
          <p:nvSpPr>
            <p:cNvPr id="32" name="任意多边形 13"/>
            <p:cNvSpPr/>
            <p:nvPr/>
          </p:nvSpPr>
          <p:spPr>
            <a:xfrm rot="20279529">
              <a:off x="2524324" y="4506303"/>
              <a:ext cx="197416" cy="96522"/>
            </a:xfrm>
            <a:custGeom>
              <a:avLst/>
              <a:gdLst>
                <a:gd name="connsiteX0" fmla="*/ 0 w 145605"/>
                <a:gd name="connsiteY0" fmla="*/ 221320 h 221320"/>
                <a:gd name="connsiteX1" fmla="*/ 66978 w 145605"/>
                <a:gd name="connsiteY1" fmla="*/ 107748 h 221320"/>
                <a:gd name="connsiteX2" fmla="*/ 145605 w 145605"/>
                <a:gd name="connsiteY2" fmla="*/ 0 h 221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5605" h="221320">
                  <a:moveTo>
                    <a:pt x="0" y="221320"/>
                  </a:moveTo>
                  <a:cubicBezTo>
                    <a:pt x="21355" y="182977"/>
                    <a:pt x="42711" y="144635"/>
                    <a:pt x="66978" y="107748"/>
                  </a:cubicBezTo>
                  <a:cubicBezTo>
                    <a:pt x="91245" y="70861"/>
                    <a:pt x="118425" y="35430"/>
                    <a:pt x="145605" y="0"/>
                  </a:cubicBezTo>
                </a:path>
              </a:pathLst>
            </a:custGeom>
            <a:noFill/>
            <a:ln w="38100" cap="rnd">
              <a:solidFill>
                <a:srgbClr val="262626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365">
                <a:cs typeface="+mn-ea"/>
                <a:sym typeface="+mn-lt"/>
              </a:endParaRPr>
            </a:p>
          </p:txBody>
        </p:sp>
        <p:sp>
          <p:nvSpPr>
            <p:cNvPr id="33" name="任意多边形 14"/>
            <p:cNvSpPr/>
            <p:nvPr/>
          </p:nvSpPr>
          <p:spPr>
            <a:xfrm rot="20279529">
              <a:off x="2501280" y="4464115"/>
              <a:ext cx="153497" cy="79925"/>
            </a:xfrm>
            <a:custGeom>
              <a:avLst/>
              <a:gdLst>
                <a:gd name="connsiteX0" fmla="*/ 0 w 145605"/>
                <a:gd name="connsiteY0" fmla="*/ 221320 h 221320"/>
                <a:gd name="connsiteX1" fmla="*/ 66978 w 145605"/>
                <a:gd name="connsiteY1" fmla="*/ 107748 h 221320"/>
                <a:gd name="connsiteX2" fmla="*/ 145605 w 145605"/>
                <a:gd name="connsiteY2" fmla="*/ 0 h 221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5605" h="221320">
                  <a:moveTo>
                    <a:pt x="0" y="221320"/>
                  </a:moveTo>
                  <a:cubicBezTo>
                    <a:pt x="21355" y="182977"/>
                    <a:pt x="42711" y="144635"/>
                    <a:pt x="66978" y="107748"/>
                  </a:cubicBezTo>
                  <a:cubicBezTo>
                    <a:pt x="91245" y="70861"/>
                    <a:pt x="118425" y="35430"/>
                    <a:pt x="145605" y="0"/>
                  </a:cubicBezTo>
                </a:path>
              </a:pathLst>
            </a:custGeom>
            <a:noFill/>
            <a:ln w="38100" cap="rnd">
              <a:solidFill>
                <a:srgbClr val="262626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365">
                <a:cs typeface="+mn-ea"/>
                <a:sym typeface="+mn-lt"/>
              </a:endParaRPr>
            </a:p>
          </p:txBody>
        </p:sp>
        <p:sp>
          <p:nvSpPr>
            <p:cNvPr id="34" name="任意多边形 15"/>
            <p:cNvSpPr/>
            <p:nvPr/>
          </p:nvSpPr>
          <p:spPr>
            <a:xfrm rot="20279529">
              <a:off x="2328699" y="4625725"/>
              <a:ext cx="74052" cy="28249"/>
            </a:xfrm>
            <a:custGeom>
              <a:avLst/>
              <a:gdLst>
                <a:gd name="connsiteX0" fmla="*/ 0 w 145605"/>
                <a:gd name="connsiteY0" fmla="*/ 221320 h 221320"/>
                <a:gd name="connsiteX1" fmla="*/ 66978 w 145605"/>
                <a:gd name="connsiteY1" fmla="*/ 107748 h 221320"/>
                <a:gd name="connsiteX2" fmla="*/ 145605 w 145605"/>
                <a:gd name="connsiteY2" fmla="*/ 0 h 221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5605" h="221320">
                  <a:moveTo>
                    <a:pt x="0" y="221320"/>
                  </a:moveTo>
                  <a:cubicBezTo>
                    <a:pt x="21355" y="182977"/>
                    <a:pt x="42711" y="144635"/>
                    <a:pt x="66978" y="107748"/>
                  </a:cubicBezTo>
                  <a:cubicBezTo>
                    <a:pt x="91245" y="70861"/>
                    <a:pt x="118425" y="35430"/>
                    <a:pt x="145605" y="0"/>
                  </a:cubicBezTo>
                </a:path>
              </a:pathLst>
            </a:custGeom>
            <a:noFill/>
            <a:ln w="38100" cap="rnd">
              <a:solidFill>
                <a:srgbClr val="262626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365">
                <a:cs typeface="+mn-ea"/>
                <a:sym typeface="+mn-lt"/>
              </a:endParaRPr>
            </a:p>
          </p:txBody>
        </p:sp>
        <p:sp>
          <p:nvSpPr>
            <p:cNvPr id="35" name="任意多边形 16"/>
            <p:cNvSpPr/>
            <p:nvPr/>
          </p:nvSpPr>
          <p:spPr>
            <a:xfrm rot="20279529">
              <a:off x="2130536" y="4603524"/>
              <a:ext cx="189693" cy="97507"/>
            </a:xfrm>
            <a:custGeom>
              <a:avLst/>
              <a:gdLst>
                <a:gd name="connsiteX0" fmla="*/ 0 w 145605"/>
                <a:gd name="connsiteY0" fmla="*/ 221320 h 221320"/>
                <a:gd name="connsiteX1" fmla="*/ 66978 w 145605"/>
                <a:gd name="connsiteY1" fmla="*/ 107748 h 221320"/>
                <a:gd name="connsiteX2" fmla="*/ 145605 w 145605"/>
                <a:gd name="connsiteY2" fmla="*/ 0 h 221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5605" h="221320">
                  <a:moveTo>
                    <a:pt x="0" y="221320"/>
                  </a:moveTo>
                  <a:cubicBezTo>
                    <a:pt x="21355" y="182977"/>
                    <a:pt x="42711" y="144635"/>
                    <a:pt x="66978" y="107748"/>
                  </a:cubicBezTo>
                  <a:cubicBezTo>
                    <a:pt x="91245" y="70861"/>
                    <a:pt x="118425" y="35430"/>
                    <a:pt x="145605" y="0"/>
                  </a:cubicBezTo>
                </a:path>
              </a:pathLst>
            </a:custGeom>
            <a:noFill/>
            <a:ln w="38100" cap="rnd">
              <a:solidFill>
                <a:srgbClr val="262626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365">
                <a:cs typeface="+mn-ea"/>
                <a:sym typeface="+mn-lt"/>
              </a:endParaRPr>
            </a:p>
          </p:txBody>
        </p:sp>
        <p:sp>
          <p:nvSpPr>
            <p:cNvPr id="36" name="任意多边形 17"/>
            <p:cNvSpPr/>
            <p:nvPr/>
          </p:nvSpPr>
          <p:spPr>
            <a:xfrm rot="20279529">
              <a:off x="2599023" y="4660655"/>
              <a:ext cx="191800" cy="92351"/>
            </a:xfrm>
            <a:custGeom>
              <a:avLst/>
              <a:gdLst>
                <a:gd name="connsiteX0" fmla="*/ 0 w 145605"/>
                <a:gd name="connsiteY0" fmla="*/ 221320 h 221320"/>
                <a:gd name="connsiteX1" fmla="*/ 66978 w 145605"/>
                <a:gd name="connsiteY1" fmla="*/ 107748 h 221320"/>
                <a:gd name="connsiteX2" fmla="*/ 145605 w 145605"/>
                <a:gd name="connsiteY2" fmla="*/ 0 h 221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5605" h="221320">
                  <a:moveTo>
                    <a:pt x="0" y="221320"/>
                  </a:moveTo>
                  <a:cubicBezTo>
                    <a:pt x="21355" y="182977"/>
                    <a:pt x="42711" y="144635"/>
                    <a:pt x="66978" y="107748"/>
                  </a:cubicBezTo>
                  <a:cubicBezTo>
                    <a:pt x="91245" y="70861"/>
                    <a:pt x="118425" y="35430"/>
                    <a:pt x="145605" y="0"/>
                  </a:cubicBezTo>
                </a:path>
              </a:pathLst>
            </a:custGeom>
            <a:noFill/>
            <a:ln w="38100" cap="rnd">
              <a:solidFill>
                <a:srgbClr val="262626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365">
                <a:cs typeface="+mn-ea"/>
                <a:sym typeface="+mn-lt"/>
              </a:endParaRPr>
            </a:p>
          </p:txBody>
        </p:sp>
        <p:sp>
          <p:nvSpPr>
            <p:cNvPr id="37" name="任意多边形 18"/>
            <p:cNvSpPr/>
            <p:nvPr/>
          </p:nvSpPr>
          <p:spPr>
            <a:xfrm rot="20279529">
              <a:off x="2611275" y="4795392"/>
              <a:ext cx="62292" cy="38099"/>
            </a:xfrm>
            <a:custGeom>
              <a:avLst/>
              <a:gdLst>
                <a:gd name="connsiteX0" fmla="*/ 0 w 145605"/>
                <a:gd name="connsiteY0" fmla="*/ 221320 h 221320"/>
                <a:gd name="connsiteX1" fmla="*/ 66978 w 145605"/>
                <a:gd name="connsiteY1" fmla="*/ 107748 h 221320"/>
                <a:gd name="connsiteX2" fmla="*/ 145605 w 145605"/>
                <a:gd name="connsiteY2" fmla="*/ 0 h 221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5605" h="221320">
                  <a:moveTo>
                    <a:pt x="0" y="221320"/>
                  </a:moveTo>
                  <a:cubicBezTo>
                    <a:pt x="21355" y="182977"/>
                    <a:pt x="42711" y="144635"/>
                    <a:pt x="66978" y="107748"/>
                  </a:cubicBezTo>
                  <a:cubicBezTo>
                    <a:pt x="91245" y="70861"/>
                    <a:pt x="118425" y="35430"/>
                    <a:pt x="145605" y="0"/>
                  </a:cubicBezTo>
                </a:path>
              </a:pathLst>
            </a:custGeom>
            <a:noFill/>
            <a:ln w="38100" cap="rnd">
              <a:solidFill>
                <a:srgbClr val="262626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365">
                <a:cs typeface="+mn-ea"/>
                <a:sym typeface="+mn-lt"/>
              </a:endParaRPr>
            </a:p>
          </p:txBody>
        </p:sp>
        <p:sp>
          <p:nvSpPr>
            <p:cNvPr id="38" name="任意多边形 19"/>
            <p:cNvSpPr/>
            <p:nvPr/>
          </p:nvSpPr>
          <p:spPr>
            <a:xfrm rot="20279529">
              <a:off x="2492797" y="4489568"/>
              <a:ext cx="71293" cy="50292"/>
            </a:xfrm>
            <a:custGeom>
              <a:avLst/>
              <a:gdLst>
                <a:gd name="connsiteX0" fmla="*/ 0 w 145605"/>
                <a:gd name="connsiteY0" fmla="*/ 221320 h 221320"/>
                <a:gd name="connsiteX1" fmla="*/ 66978 w 145605"/>
                <a:gd name="connsiteY1" fmla="*/ 107748 h 221320"/>
                <a:gd name="connsiteX2" fmla="*/ 145605 w 145605"/>
                <a:gd name="connsiteY2" fmla="*/ 0 h 221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5605" h="221320">
                  <a:moveTo>
                    <a:pt x="0" y="221320"/>
                  </a:moveTo>
                  <a:cubicBezTo>
                    <a:pt x="21355" y="182977"/>
                    <a:pt x="42711" y="144635"/>
                    <a:pt x="66978" y="107748"/>
                  </a:cubicBezTo>
                  <a:cubicBezTo>
                    <a:pt x="91245" y="70861"/>
                    <a:pt x="118425" y="35430"/>
                    <a:pt x="145605" y="0"/>
                  </a:cubicBezTo>
                </a:path>
              </a:pathLst>
            </a:custGeom>
            <a:noFill/>
            <a:ln w="38100" cap="rnd">
              <a:solidFill>
                <a:srgbClr val="262626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365">
                <a:cs typeface="+mn-ea"/>
                <a:sym typeface="+mn-lt"/>
              </a:endParaRPr>
            </a:p>
          </p:txBody>
        </p:sp>
        <p:sp>
          <p:nvSpPr>
            <p:cNvPr id="39" name="任意多边形 20"/>
            <p:cNvSpPr/>
            <p:nvPr/>
          </p:nvSpPr>
          <p:spPr>
            <a:xfrm rot="20279529">
              <a:off x="2118578" y="4584242"/>
              <a:ext cx="149665" cy="78198"/>
            </a:xfrm>
            <a:custGeom>
              <a:avLst/>
              <a:gdLst>
                <a:gd name="connsiteX0" fmla="*/ 0 w 145605"/>
                <a:gd name="connsiteY0" fmla="*/ 221320 h 221320"/>
                <a:gd name="connsiteX1" fmla="*/ 66978 w 145605"/>
                <a:gd name="connsiteY1" fmla="*/ 107748 h 221320"/>
                <a:gd name="connsiteX2" fmla="*/ 145605 w 145605"/>
                <a:gd name="connsiteY2" fmla="*/ 0 h 221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5605" h="221320">
                  <a:moveTo>
                    <a:pt x="0" y="221320"/>
                  </a:moveTo>
                  <a:cubicBezTo>
                    <a:pt x="21355" y="182977"/>
                    <a:pt x="42711" y="144635"/>
                    <a:pt x="66978" y="107748"/>
                  </a:cubicBezTo>
                  <a:cubicBezTo>
                    <a:pt x="91245" y="70861"/>
                    <a:pt x="118425" y="35430"/>
                    <a:pt x="145605" y="0"/>
                  </a:cubicBezTo>
                </a:path>
              </a:pathLst>
            </a:custGeom>
            <a:noFill/>
            <a:ln w="38100" cap="rnd">
              <a:solidFill>
                <a:srgbClr val="262626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365">
                <a:cs typeface="+mn-ea"/>
                <a:sym typeface="+mn-lt"/>
              </a:endParaRPr>
            </a:p>
          </p:txBody>
        </p:sp>
        <p:sp>
          <p:nvSpPr>
            <p:cNvPr id="40" name="任意多边形 21"/>
            <p:cNvSpPr/>
            <p:nvPr/>
          </p:nvSpPr>
          <p:spPr>
            <a:xfrm rot="20279529">
              <a:off x="2127492" y="4608653"/>
              <a:ext cx="255388" cy="139142"/>
            </a:xfrm>
            <a:custGeom>
              <a:avLst/>
              <a:gdLst>
                <a:gd name="connsiteX0" fmla="*/ 0 w 145605"/>
                <a:gd name="connsiteY0" fmla="*/ 221320 h 221320"/>
                <a:gd name="connsiteX1" fmla="*/ 66978 w 145605"/>
                <a:gd name="connsiteY1" fmla="*/ 107748 h 221320"/>
                <a:gd name="connsiteX2" fmla="*/ 145605 w 145605"/>
                <a:gd name="connsiteY2" fmla="*/ 0 h 221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5605" h="221320">
                  <a:moveTo>
                    <a:pt x="0" y="221320"/>
                  </a:moveTo>
                  <a:cubicBezTo>
                    <a:pt x="21355" y="182977"/>
                    <a:pt x="42711" y="144635"/>
                    <a:pt x="66978" y="107748"/>
                  </a:cubicBezTo>
                  <a:cubicBezTo>
                    <a:pt x="91245" y="70861"/>
                    <a:pt x="118425" y="35430"/>
                    <a:pt x="145605" y="0"/>
                  </a:cubicBezTo>
                </a:path>
              </a:pathLst>
            </a:custGeom>
            <a:noFill/>
            <a:ln w="38100" cap="rnd">
              <a:solidFill>
                <a:srgbClr val="262626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365">
                <a:cs typeface="+mn-ea"/>
                <a:sym typeface="+mn-lt"/>
              </a:endParaRPr>
            </a:p>
          </p:txBody>
        </p:sp>
        <p:sp>
          <p:nvSpPr>
            <p:cNvPr id="41" name="任意多边形 22"/>
            <p:cNvSpPr/>
            <p:nvPr/>
          </p:nvSpPr>
          <p:spPr>
            <a:xfrm rot="20279529">
              <a:off x="2284593" y="4709127"/>
              <a:ext cx="38604" cy="23656"/>
            </a:xfrm>
            <a:custGeom>
              <a:avLst/>
              <a:gdLst>
                <a:gd name="connsiteX0" fmla="*/ 0 w 145605"/>
                <a:gd name="connsiteY0" fmla="*/ 221320 h 221320"/>
                <a:gd name="connsiteX1" fmla="*/ 66978 w 145605"/>
                <a:gd name="connsiteY1" fmla="*/ 107748 h 221320"/>
                <a:gd name="connsiteX2" fmla="*/ 145605 w 145605"/>
                <a:gd name="connsiteY2" fmla="*/ 0 h 221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5605" h="221320">
                  <a:moveTo>
                    <a:pt x="0" y="221320"/>
                  </a:moveTo>
                  <a:cubicBezTo>
                    <a:pt x="21355" y="182977"/>
                    <a:pt x="42711" y="144635"/>
                    <a:pt x="66978" y="107748"/>
                  </a:cubicBezTo>
                  <a:cubicBezTo>
                    <a:pt x="91245" y="70861"/>
                    <a:pt x="118425" y="35430"/>
                    <a:pt x="145605" y="0"/>
                  </a:cubicBezTo>
                </a:path>
              </a:pathLst>
            </a:custGeom>
            <a:noFill/>
            <a:ln w="38100" cap="rnd">
              <a:solidFill>
                <a:srgbClr val="262626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365">
                <a:cs typeface="+mn-ea"/>
                <a:sym typeface="+mn-lt"/>
              </a:endParaRPr>
            </a:p>
          </p:txBody>
        </p:sp>
        <p:sp>
          <p:nvSpPr>
            <p:cNvPr id="42" name="任意多边形 23"/>
            <p:cNvSpPr/>
            <p:nvPr/>
          </p:nvSpPr>
          <p:spPr>
            <a:xfrm rot="20279529">
              <a:off x="2302799" y="4734812"/>
              <a:ext cx="38604" cy="23656"/>
            </a:xfrm>
            <a:custGeom>
              <a:avLst/>
              <a:gdLst>
                <a:gd name="connsiteX0" fmla="*/ 0 w 145605"/>
                <a:gd name="connsiteY0" fmla="*/ 221320 h 221320"/>
                <a:gd name="connsiteX1" fmla="*/ 66978 w 145605"/>
                <a:gd name="connsiteY1" fmla="*/ 107748 h 221320"/>
                <a:gd name="connsiteX2" fmla="*/ 145605 w 145605"/>
                <a:gd name="connsiteY2" fmla="*/ 0 h 221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5605" h="221320">
                  <a:moveTo>
                    <a:pt x="0" y="221320"/>
                  </a:moveTo>
                  <a:cubicBezTo>
                    <a:pt x="21355" y="182977"/>
                    <a:pt x="42711" y="144635"/>
                    <a:pt x="66978" y="107748"/>
                  </a:cubicBezTo>
                  <a:cubicBezTo>
                    <a:pt x="91245" y="70861"/>
                    <a:pt x="118425" y="35430"/>
                    <a:pt x="145605" y="0"/>
                  </a:cubicBezTo>
                </a:path>
              </a:pathLst>
            </a:custGeom>
            <a:noFill/>
            <a:ln w="38100" cap="rnd">
              <a:solidFill>
                <a:srgbClr val="262626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365">
                <a:cs typeface="+mn-ea"/>
                <a:sym typeface="+mn-lt"/>
              </a:endParaRPr>
            </a:p>
          </p:txBody>
        </p:sp>
      </p:grpSp>
      <p:sp>
        <p:nvSpPr>
          <p:cNvPr id="5" name="Text Box 4"/>
          <p:cNvSpPr txBox="1"/>
          <p:nvPr/>
        </p:nvSpPr>
        <p:spPr>
          <a:xfrm>
            <a:off x="1666240" y="1378585"/>
            <a:ext cx="8529320" cy="39420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GB" sz="3600">
                <a:solidFill>
                  <a:schemeClr val="bg1">
                    <a:lumMod val="65000"/>
                  </a:schemeClr>
                </a:solidFill>
              </a:rPr>
              <a:t>Data analytics is the process of collecting, cleaning, transforming, analyzing, and interpreting data to discover useful patterns, draw conclusions, and support informed decision-making.In other words,is the process of studying data to find useful information and help make better decisions.</a:t>
            </a:r>
            <a:endParaRPr lang="en-US" altLang="en-GB" sz="360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1710690" y="608330"/>
            <a:ext cx="424370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 sz="4000" b="1">
                <a:solidFill>
                  <a:schemeClr val="bg1">
                    <a:lumMod val="65000"/>
                  </a:schemeClr>
                </a:solidFill>
              </a:rPr>
              <a:t>Definition</a:t>
            </a:r>
            <a:endParaRPr lang="en-US" altLang="en-GB" sz="4000" b="1">
              <a:solidFill>
                <a:schemeClr val="bg1">
                  <a:lumMod val="65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>
        <p:pull/>
      </p:transition>
    </mc:Choice>
    <mc:Fallback>
      <p:transition spd="med">
        <p:pull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图文框 10"/>
          <p:cNvSpPr/>
          <p:nvPr/>
        </p:nvSpPr>
        <p:spPr>
          <a:xfrm>
            <a:off x="0" y="0"/>
            <a:ext cx="12192000" cy="6857999"/>
          </a:xfrm>
          <a:prstGeom prst="frame">
            <a:avLst>
              <a:gd name="adj1" fmla="val 3750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5432108" y="1914675"/>
            <a:ext cx="1483041" cy="2027047"/>
            <a:chOff x="1359148" y="3518571"/>
            <a:chExt cx="1562617" cy="2067950"/>
          </a:xfrm>
        </p:grpSpPr>
        <p:pic>
          <p:nvPicPr>
            <p:cNvPr id="12" name="图片 11"/>
            <p:cNvPicPr>
              <a:picLocks noChangeAspect="1"/>
            </p:cNvPicPr>
            <p:nvPr/>
          </p:nvPicPr>
          <p:blipFill rotWithShape="1">
            <a:blip r:embed="rId1" cstate="screen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3655" t="4167" r="41381" b="65000"/>
            <a:stretch>
              <a:fillRect/>
            </a:stretch>
          </p:blipFill>
          <p:spPr>
            <a:xfrm>
              <a:off x="2031244" y="3518571"/>
              <a:ext cx="890521" cy="2024249"/>
            </a:xfrm>
            <a:prstGeom prst="rect">
              <a:avLst/>
            </a:prstGeom>
          </p:spPr>
        </p:pic>
        <p:pic>
          <p:nvPicPr>
            <p:cNvPr id="13" name="图片 12"/>
            <p:cNvPicPr>
              <a:picLocks noChangeAspect="1"/>
            </p:cNvPicPr>
            <p:nvPr/>
          </p:nvPicPr>
          <p:blipFill rotWithShape="1">
            <a:blip r:embed="rId2" cstate="screen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0270" t="64861" r="8095" b="5972"/>
            <a:stretch>
              <a:fillRect/>
            </a:stretch>
          </p:blipFill>
          <p:spPr>
            <a:xfrm>
              <a:off x="1359148" y="3644343"/>
              <a:ext cx="653046" cy="1942178"/>
            </a:xfrm>
            <a:prstGeom prst="rect">
              <a:avLst/>
            </a:prstGeom>
          </p:spPr>
        </p:pic>
      </p:grpSp>
      <p:sp>
        <p:nvSpPr>
          <p:cNvPr id="14" name="文本框 13"/>
          <p:cNvSpPr txBox="1"/>
          <p:nvPr/>
        </p:nvSpPr>
        <p:spPr>
          <a:xfrm>
            <a:off x="4297680" y="3898900"/>
            <a:ext cx="359600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2800">
                <a:latin typeface="Segoe UI" panose="020B0502040204020203" pitchFamily="34" charset="0"/>
                <a:cs typeface="Segoe UI" panose="020B0502040204020203" pitchFamily="34" charset="0"/>
              </a:rPr>
              <a:t>Data Types </a:t>
            </a:r>
            <a:endParaRPr lang="en-US" altLang="zh-CN" sz="28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11673205" y="-102362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GB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>
        <p:pull/>
      </p:transition>
    </mc:Choice>
    <mc:Fallback>
      <p:transition spd="med">
        <p:pull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435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367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498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498" tmFilter="0, 0; 0.125,0.2665; 0.25,0.4; 0.375,0.465; 0.5,0.5;  0.625,0.535; 0.75,0.6; 0.875,0.7335; 1,1">
                                          <p:stCondLst>
                                            <p:cond delay="49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249" tmFilter="0, 0; 0.125,0.2665; 0.25,0.4; 0.375,0.465; 0.5,0.5;  0.625,0.535; 0.75,0.6; 0.875,0.7335; 1,1">
                                          <p:stCondLst>
                                            <p:cond delay="993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23" tmFilter="0, 0; 0.125,0.2665; 0.25,0.4; 0.375,0.465; 0.5,0.5;  0.625,0.535; 0.75,0.6; 0.875,0.7335; 1,1">
                                          <p:stCondLst>
                                            <p:cond delay="124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0">
                                          <p:stCondLst>
                                            <p:cond delay="487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24" decel="50000">
                                          <p:stCondLst>
                                            <p:cond delay="507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0">
                                          <p:stCondLst>
                                            <p:cond delay="98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24" decel="50000">
                                          <p:stCondLst>
                                            <p:cond delay="100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0">
                                          <p:stCondLst>
                                            <p:cond delay="1231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24" decel="50000">
                                          <p:stCondLst>
                                            <p:cond delay="1251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0">
                                          <p:stCondLst>
                                            <p:cond delay="135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24" decel="50000">
                                          <p:stCondLst>
                                            <p:cond delay="137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454785" y="1378585"/>
            <a:ext cx="8626475" cy="501777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prstClr val="black">
                  <a:lumMod val="75000"/>
                  <a:lumOff val="25000"/>
                </a:prstClr>
              </a:solidFill>
              <a:cs typeface="+mn-ea"/>
              <a:sym typeface="+mn-lt"/>
            </a:endParaRPr>
          </a:p>
          <a:p>
            <a:pPr algn="ctr">
              <a:lnSpc>
                <a:spcPct val="120000"/>
              </a:lnSpc>
            </a:pPr>
            <a:endParaRPr lang="zh-CN" altLang="en-US" sz="1400" dirty="0">
              <a:solidFill>
                <a:prstClr val="black">
                  <a:lumMod val="75000"/>
                  <a:lumOff val="25000"/>
                </a:prstClr>
              </a:solidFill>
              <a:cs typeface="+mn-ea"/>
              <a:sym typeface="+mn-lt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 rotWithShape="1">
          <a:blip r:embed="rId1" cstate="screen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270" t="64861" r="8095" b="5972"/>
          <a:stretch>
            <a:fillRect/>
          </a:stretch>
        </p:blipFill>
        <p:spPr>
          <a:xfrm>
            <a:off x="419735" y="399415"/>
            <a:ext cx="415290" cy="1235710"/>
          </a:xfrm>
          <a:prstGeom prst="rect">
            <a:avLst/>
          </a:prstGeom>
        </p:spPr>
      </p:pic>
      <p:sp>
        <p:nvSpPr>
          <p:cNvPr id="17" name="图文框 16"/>
          <p:cNvSpPr/>
          <p:nvPr/>
        </p:nvSpPr>
        <p:spPr>
          <a:xfrm>
            <a:off x="0" y="0"/>
            <a:ext cx="12192000" cy="6857999"/>
          </a:xfrm>
          <a:prstGeom prst="frame">
            <a:avLst>
              <a:gd name="adj1" fmla="val 3750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grpSp>
        <p:nvGrpSpPr>
          <p:cNvPr id="19" name="组合 18"/>
          <p:cNvGrpSpPr/>
          <p:nvPr/>
        </p:nvGrpSpPr>
        <p:grpSpPr>
          <a:xfrm rot="377494">
            <a:off x="10148570" y="320040"/>
            <a:ext cx="1728470" cy="1734820"/>
            <a:chOff x="2118578" y="4342666"/>
            <a:chExt cx="672245" cy="680979"/>
          </a:xfrm>
        </p:grpSpPr>
        <p:grpSp>
          <p:nvGrpSpPr>
            <p:cNvPr id="25" name="组合 24"/>
            <p:cNvGrpSpPr/>
            <p:nvPr/>
          </p:nvGrpSpPr>
          <p:grpSpPr>
            <a:xfrm>
              <a:off x="2124537" y="4342666"/>
              <a:ext cx="641610" cy="680979"/>
              <a:chOff x="2124539" y="4342651"/>
              <a:chExt cx="641611" cy="680977"/>
            </a:xfrm>
          </p:grpSpPr>
          <p:sp>
            <p:nvSpPr>
              <p:cNvPr id="43" name="任意多边形 24"/>
              <p:cNvSpPr/>
              <p:nvPr/>
            </p:nvSpPr>
            <p:spPr>
              <a:xfrm>
                <a:off x="2124539" y="4342651"/>
                <a:ext cx="641611" cy="680977"/>
              </a:xfrm>
              <a:custGeom>
                <a:avLst/>
                <a:gdLst>
                  <a:gd name="connsiteX0" fmla="*/ 63 w 140138"/>
                  <a:gd name="connsiteY0" fmla="*/ 65738 h 154344"/>
                  <a:gd name="connsiteX1" fmla="*/ 62928 w 140138"/>
                  <a:gd name="connsiteY1" fmla="*/ 16 h 154344"/>
                  <a:gd name="connsiteX2" fmla="*/ 140080 w 140138"/>
                  <a:gd name="connsiteY2" fmla="*/ 71453 h 154344"/>
                  <a:gd name="connsiteX3" fmla="*/ 74358 w 140138"/>
                  <a:gd name="connsiteY3" fmla="*/ 154321 h 154344"/>
                  <a:gd name="connsiteX4" fmla="*/ 63 w 140138"/>
                  <a:gd name="connsiteY4" fmla="*/ 65738 h 154344"/>
                  <a:gd name="connsiteX0-1" fmla="*/ 63 w 140227"/>
                  <a:gd name="connsiteY0-2" fmla="*/ 65738 h 154534"/>
                  <a:gd name="connsiteX1-3" fmla="*/ 62928 w 140227"/>
                  <a:gd name="connsiteY1-4" fmla="*/ 16 h 154534"/>
                  <a:gd name="connsiteX2-5" fmla="*/ 140080 w 140227"/>
                  <a:gd name="connsiteY2-6" fmla="*/ 71453 h 154534"/>
                  <a:gd name="connsiteX3-7" fmla="*/ 74358 w 140227"/>
                  <a:gd name="connsiteY3-8" fmla="*/ 154321 h 154534"/>
                  <a:gd name="connsiteX4-9" fmla="*/ 63 w 140227"/>
                  <a:gd name="connsiteY4-10" fmla="*/ 65738 h 154534"/>
                  <a:gd name="connsiteX0-11" fmla="*/ 63 w 140227"/>
                  <a:gd name="connsiteY0-12" fmla="*/ 65738 h 154534"/>
                  <a:gd name="connsiteX1-13" fmla="*/ 62928 w 140227"/>
                  <a:gd name="connsiteY1-14" fmla="*/ 16 h 154534"/>
                  <a:gd name="connsiteX2-15" fmla="*/ 140080 w 140227"/>
                  <a:gd name="connsiteY2-16" fmla="*/ 71453 h 154534"/>
                  <a:gd name="connsiteX3-17" fmla="*/ 74358 w 140227"/>
                  <a:gd name="connsiteY3-18" fmla="*/ 154321 h 154534"/>
                  <a:gd name="connsiteX4-19" fmla="*/ 63 w 140227"/>
                  <a:gd name="connsiteY4-20" fmla="*/ 65738 h 154534"/>
                  <a:gd name="connsiteX0-21" fmla="*/ 178 w 140342"/>
                  <a:gd name="connsiteY0-22" fmla="*/ 65738 h 154534"/>
                  <a:gd name="connsiteX1-23" fmla="*/ 63043 w 140342"/>
                  <a:gd name="connsiteY1-24" fmla="*/ 16 h 154534"/>
                  <a:gd name="connsiteX2-25" fmla="*/ 140195 w 140342"/>
                  <a:gd name="connsiteY2-26" fmla="*/ 71453 h 154534"/>
                  <a:gd name="connsiteX3-27" fmla="*/ 74473 w 140342"/>
                  <a:gd name="connsiteY3-28" fmla="*/ 154321 h 154534"/>
                  <a:gd name="connsiteX4-29" fmla="*/ 178 w 140342"/>
                  <a:gd name="connsiteY4-30" fmla="*/ 65738 h 154534"/>
                  <a:gd name="connsiteX0-31" fmla="*/ 178 w 140342"/>
                  <a:gd name="connsiteY0-32" fmla="*/ 65740 h 154536"/>
                  <a:gd name="connsiteX1-33" fmla="*/ 63043 w 140342"/>
                  <a:gd name="connsiteY1-34" fmla="*/ 18 h 154536"/>
                  <a:gd name="connsiteX2-35" fmla="*/ 140195 w 140342"/>
                  <a:gd name="connsiteY2-36" fmla="*/ 71455 h 154536"/>
                  <a:gd name="connsiteX3-37" fmla="*/ 74473 w 140342"/>
                  <a:gd name="connsiteY3-38" fmla="*/ 154323 h 154536"/>
                  <a:gd name="connsiteX4-39" fmla="*/ 178 w 140342"/>
                  <a:gd name="connsiteY4-40" fmla="*/ 65740 h 154536"/>
                  <a:gd name="connsiteX0-41" fmla="*/ 9 w 140173"/>
                  <a:gd name="connsiteY0-42" fmla="*/ 71451 h 160247"/>
                  <a:gd name="connsiteX1-43" fmla="*/ 71446 w 140173"/>
                  <a:gd name="connsiteY1-44" fmla="*/ 14 h 160247"/>
                  <a:gd name="connsiteX2-45" fmla="*/ 140026 w 140173"/>
                  <a:gd name="connsiteY2-46" fmla="*/ 77166 h 160247"/>
                  <a:gd name="connsiteX3-47" fmla="*/ 74304 w 140173"/>
                  <a:gd name="connsiteY3-48" fmla="*/ 160034 h 160247"/>
                  <a:gd name="connsiteX4-49" fmla="*/ 9 w 140173"/>
                  <a:gd name="connsiteY4-50" fmla="*/ 71451 h 160247"/>
                  <a:gd name="connsiteX0-51" fmla="*/ 9 w 140173"/>
                  <a:gd name="connsiteY0-52" fmla="*/ 71451 h 148862"/>
                  <a:gd name="connsiteX1-53" fmla="*/ 71446 w 140173"/>
                  <a:gd name="connsiteY1-54" fmla="*/ 14 h 148862"/>
                  <a:gd name="connsiteX2-55" fmla="*/ 140026 w 140173"/>
                  <a:gd name="connsiteY2-56" fmla="*/ 77166 h 148862"/>
                  <a:gd name="connsiteX3-57" fmla="*/ 74304 w 140173"/>
                  <a:gd name="connsiteY3-58" fmla="*/ 148604 h 148862"/>
                  <a:gd name="connsiteX4-59" fmla="*/ 9 w 140173"/>
                  <a:gd name="connsiteY4-60" fmla="*/ 71451 h 148862"/>
                  <a:gd name="connsiteX0-61" fmla="*/ 9 w 141024"/>
                  <a:gd name="connsiteY0-62" fmla="*/ 71451 h 148862"/>
                  <a:gd name="connsiteX1-63" fmla="*/ 71446 w 141024"/>
                  <a:gd name="connsiteY1-64" fmla="*/ 14 h 148862"/>
                  <a:gd name="connsiteX2-65" fmla="*/ 140026 w 141024"/>
                  <a:gd name="connsiteY2-66" fmla="*/ 77166 h 148862"/>
                  <a:gd name="connsiteX3-67" fmla="*/ 74304 w 141024"/>
                  <a:gd name="connsiteY3-68" fmla="*/ 148604 h 148862"/>
                  <a:gd name="connsiteX4-69" fmla="*/ 9 w 141024"/>
                  <a:gd name="connsiteY4-70" fmla="*/ 71451 h 148862"/>
                  <a:gd name="connsiteX0-71" fmla="*/ 9 w 140173"/>
                  <a:gd name="connsiteY0-72" fmla="*/ 71451 h 148862"/>
                  <a:gd name="connsiteX1-73" fmla="*/ 71446 w 140173"/>
                  <a:gd name="connsiteY1-74" fmla="*/ 14 h 148862"/>
                  <a:gd name="connsiteX2-75" fmla="*/ 140026 w 140173"/>
                  <a:gd name="connsiteY2-76" fmla="*/ 77166 h 148862"/>
                  <a:gd name="connsiteX3-77" fmla="*/ 74304 w 140173"/>
                  <a:gd name="connsiteY3-78" fmla="*/ 148604 h 148862"/>
                  <a:gd name="connsiteX4-79" fmla="*/ 9 w 140173"/>
                  <a:gd name="connsiteY4-80" fmla="*/ 71451 h 148862"/>
                  <a:gd name="connsiteX0-81" fmla="*/ 9 w 140257"/>
                  <a:gd name="connsiteY0-82" fmla="*/ 71451 h 148862"/>
                  <a:gd name="connsiteX1-83" fmla="*/ 71446 w 140257"/>
                  <a:gd name="connsiteY1-84" fmla="*/ 14 h 148862"/>
                  <a:gd name="connsiteX2-85" fmla="*/ 140026 w 140257"/>
                  <a:gd name="connsiteY2-86" fmla="*/ 77166 h 148862"/>
                  <a:gd name="connsiteX3-87" fmla="*/ 74304 w 140257"/>
                  <a:gd name="connsiteY3-88" fmla="*/ 148604 h 148862"/>
                  <a:gd name="connsiteX4-89" fmla="*/ 9 w 140257"/>
                  <a:gd name="connsiteY4-90" fmla="*/ 71451 h 148862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</a:cxnLst>
                <a:rect l="l" t="t" r="r" b="b"/>
                <a:pathLst>
                  <a:path w="140257" h="148862">
                    <a:moveTo>
                      <a:pt x="9" y="71451"/>
                    </a:moveTo>
                    <a:cubicBezTo>
                      <a:pt x="-467" y="46686"/>
                      <a:pt x="19535" y="-938"/>
                      <a:pt x="71446" y="14"/>
                    </a:cubicBezTo>
                    <a:cubicBezTo>
                      <a:pt x="123357" y="966"/>
                      <a:pt x="142638" y="44242"/>
                      <a:pt x="140026" y="77166"/>
                    </a:cubicBezTo>
                    <a:cubicBezTo>
                      <a:pt x="141931" y="102883"/>
                      <a:pt x="125739" y="152890"/>
                      <a:pt x="74304" y="148604"/>
                    </a:cubicBezTo>
                    <a:cubicBezTo>
                      <a:pt x="22869" y="144318"/>
                      <a:pt x="485" y="96216"/>
                      <a:pt x="9" y="71451"/>
                    </a:cubicBezTo>
                    <a:close/>
                  </a:path>
                </a:pathLst>
              </a:custGeom>
              <a:noFill/>
              <a:ln w="38100" cap="rnd">
                <a:solidFill>
                  <a:srgbClr val="262626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365">
                  <a:cs typeface="+mn-ea"/>
                  <a:sym typeface="+mn-lt"/>
                </a:endParaRPr>
              </a:p>
            </p:txBody>
          </p:sp>
          <p:sp>
            <p:nvSpPr>
              <p:cNvPr id="44" name="任意多边形 25"/>
              <p:cNvSpPr/>
              <p:nvPr/>
            </p:nvSpPr>
            <p:spPr>
              <a:xfrm>
                <a:off x="2176934" y="4495047"/>
                <a:ext cx="227805" cy="371040"/>
              </a:xfrm>
              <a:custGeom>
                <a:avLst/>
                <a:gdLst>
                  <a:gd name="connsiteX0" fmla="*/ 131483 w 768692"/>
                  <a:gd name="connsiteY0" fmla="*/ 0 h 962212"/>
                  <a:gd name="connsiteX1" fmla="*/ 394448 w 768692"/>
                  <a:gd name="connsiteY1" fmla="*/ 197223 h 962212"/>
                  <a:gd name="connsiteX2" fmla="*/ 621553 w 768692"/>
                  <a:gd name="connsiteY2" fmla="*/ 137459 h 962212"/>
                  <a:gd name="connsiteX3" fmla="*/ 764989 w 768692"/>
                  <a:gd name="connsiteY3" fmla="*/ 472141 h 962212"/>
                  <a:gd name="connsiteX4" fmla="*/ 472142 w 768692"/>
                  <a:gd name="connsiteY4" fmla="*/ 531906 h 962212"/>
                  <a:gd name="connsiteX5" fmla="*/ 591671 w 768692"/>
                  <a:gd name="connsiteY5" fmla="*/ 770965 h 962212"/>
                  <a:gd name="connsiteX6" fmla="*/ 442259 w 768692"/>
                  <a:gd name="connsiteY6" fmla="*/ 806823 h 962212"/>
                  <a:gd name="connsiteX7" fmla="*/ 352612 w 768692"/>
                  <a:gd name="connsiteY7" fmla="*/ 693271 h 962212"/>
                  <a:gd name="connsiteX8" fmla="*/ 197224 w 768692"/>
                  <a:gd name="connsiteY8" fmla="*/ 878541 h 962212"/>
                  <a:gd name="connsiteX9" fmla="*/ 0 w 768692"/>
                  <a:gd name="connsiteY9" fmla="*/ 962212 h 962212"/>
                  <a:gd name="connsiteX0-1" fmla="*/ 61103 w 698312"/>
                  <a:gd name="connsiteY0-2" fmla="*/ 0 h 1082820"/>
                  <a:gd name="connsiteX1-3" fmla="*/ 324068 w 698312"/>
                  <a:gd name="connsiteY1-4" fmla="*/ 197223 h 1082820"/>
                  <a:gd name="connsiteX2-5" fmla="*/ 551173 w 698312"/>
                  <a:gd name="connsiteY2-6" fmla="*/ 137459 h 1082820"/>
                  <a:gd name="connsiteX3-7" fmla="*/ 694609 w 698312"/>
                  <a:gd name="connsiteY3-8" fmla="*/ 472141 h 1082820"/>
                  <a:gd name="connsiteX4-9" fmla="*/ 401762 w 698312"/>
                  <a:gd name="connsiteY4-10" fmla="*/ 531906 h 1082820"/>
                  <a:gd name="connsiteX5-11" fmla="*/ 521291 w 698312"/>
                  <a:gd name="connsiteY5-12" fmla="*/ 770965 h 1082820"/>
                  <a:gd name="connsiteX6-13" fmla="*/ 371879 w 698312"/>
                  <a:gd name="connsiteY6-14" fmla="*/ 806823 h 1082820"/>
                  <a:gd name="connsiteX7-15" fmla="*/ 282232 w 698312"/>
                  <a:gd name="connsiteY7-16" fmla="*/ 693271 h 1082820"/>
                  <a:gd name="connsiteX8-17" fmla="*/ 126844 w 698312"/>
                  <a:gd name="connsiteY8-18" fmla="*/ 878541 h 1082820"/>
                  <a:gd name="connsiteX9-19" fmla="*/ 0 w 698312"/>
                  <a:gd name="connsiteY9-20" fmla="*/ 1082820 h 1082820"/>
                  <a:gd name="connsiteX0-21" fmla="*/ 61103 w 698312"/>
                  <a:gd name="connsiteY0-22" fmla="*/ 0 h 1082820"/>
                  <a:gd name="connsiteX1-23" fmla="*/ 324068 w 698312"/>
                  <a:gd name="connsiteY1-24" fmla="*/ 197223 h 1082820"/>
                  <a:gd name="connsiteX2-25" fmla="*/ 551173 w 698312"/>
                  <a:gd name="connsiteY2-26" fmla="*/ 137459 h 1082820"/>
                  <a:gd name="connsiteX3-27" fmla="*/ 694609 w 698312"/>
                  <a:gd name="connsiteY3-28" fmla="*/ 472141 h 1082820"/>
                  <a:gd name="connsiteX4-29" fmla="*/ 401762 w 698312"/>
                  <a:gd name="connsiteY4-30" fmla="*/ 531906 h 1082820"/>
                  <a:gd name="connsiteX5-31" fmla="*/ 521291 w 698312"/>
                  <a:gd name="connsiteY5-32" fmla="*/ 770965 h 1082820"/>
                  <a:gd name="connsiteX6-33" fmla="*/ 371879 w 698312"/>
                  <a:gd name="connsiteY6-34" fmla="*/ 806823 h 1082820"/>
                  <a:gd name="connsiteX7-35" fmla="*/ 282232 w 698312"/>
                  <a:gd name="connsiteY7-36" fmla="*/ 693271 h 1082820"/>
                  <a:gd name="connsiteX8-37" fmla="*/ 176111 w 698312"/>
                  <a:gd name="connsiteY8-38" fmla="*/ 905342 h 1082820"/>
                  <a:gd name="connsiteX9-39" fmla="*/ 0 w 698312"/>
                  <a:gd name="connsiteY9-40" fmla="*/ 1082820 h 1082820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  <a:cxn ang="0">
                    <a:pos x="connsiteX5-11" y="connsiteY5-12"/>
                  </a:cxn>
                  <a:cxn ang="0">
                    <a:pos x="connsiteX6-13" y="connsiteY6-14"/>
                  </a:cxn>
                  <a:cxn ang="0">
                    <a:pos x="connsiteX7-15" y="connsiteY7-16"/>
                  </a:cxn>
                  <a:cxn ang="0">
                    <a:pos x="connsiteX8-17" y="connsiteY8-18"/>
                  </a:cxn>
                  <a:cxn ang="0">
                    <a:pos x="connsiteX9-19" y="connsiteY9-20"/>
                  </a:cxn>
                </a:cxnLst>
                <a:rect l="l" t="t" r="r" b="b"/>
                <a:pathLst>
                  <a:path w="698312" h="1082820">
                    <a:moveTo>
                      <a:pt x="61103" y="0"/>
                    </a:moveTo>
                    <a:cubicBezTo>
                      <a:pt x="151746" y="87156"/>
                      <a:pt x="242390" y="174313"/>
                      <a:pt x="324068" y="197223"/>
                    </a:cubicBezTo>
                    <a:cubicBezTo>
                      <a:pt x="405746" y="220133"/>
                      <a:pt x="489416" y="91639"/>
                      <a:pt x="551173" y="137459"/>
                    </a:cubicBezTo>
                    <a:cubicBezTo>
                      <a:pt x="612930" y="183279"/>
                      <a:pt x="719511" y="406400"/>
                      <a:pt x="694609" y="472141"/>
                    </a:cubicBezTo>
                    <a:cubicBezTo>
                      <a:pt x="669707" y="537882"/>
                      <a:pt x="430648" y="482102"/>
                      <a:pt x="401762" y="531906"/>
                    </a:cubicBezTo>
                    <a:cubicBezTo>
                      <a:pt x="372876" y="581710"/>
                      <a:pt x="526272" y="725146"/>
                      <a:pt x="521291" y="770965"/>
                    </a:cubicBezTo>
                    <a:cubicBezTo>
                      <a:pt x="516311" y="816785"/>
                      <a:pt x="411722" y="819772"/>
                      <a:pt x="371879" y="806823"/>
                    </a:cubicBezTo>
                    <a:cubicBezTo>
                      <a:pt x="332036" y="793874"/>
                      <a:pt x="314860" y="676851"/>
                      <a:pt x="282232" y="693271"/>
                    </a:cubicBezTo>
                    <a:cubicBezTo>
                      <a:pt x="249604" y="709691"/>
                      <a:pt x="223150" y="840417"/>
                      <a:pt x="176111" y="905342"/>
                    </a:cubicBezTo>
                    <a:cubicBezTo>
                      <a:pt x="129072" y="970267"/>
                      <a:pt x="69227" y="1063396"/>
                      <a:pt x="0" y="1082820"/>
                    </a:cubicBezTo>
                  </a:path>
                </a:pathLst>
              </a:custGeom>
              <a:noFill/>
              <a:ln w="38100" cap="rnd">
                <a:solidFill>
                  <a:srgbClr val="262626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365">
                  <a:cs typeface="+mn-ea"/>
                  <a:sym typeface="+mn-lt"/>
                </a:endParaRPr>
              </a:p>
            </p:txBody>
          </p:sp>
          <p:sp>
            <p:nvSpPr>
              <p:cNvPr id="45" name="任意多边形 26"/>
              <p:cNvSpPr/>
              <p:nvPr/>
            </p:nvSpPr>
            <p:spPr>
              <a:xfrm>
                <a:off x="2353279" y="4809159"/>
                <a:ext cx="49757" cy="61548"/>
              </a:xfrm>
              <a:custGeom>
                <a:avLst/>
                <a:gdLst>
                  <a:gd name="connsiteX0" fmla="*/ 6763 w 126447"/>
                  <a:gd name="connsiteY0" fmla="*/ 18499 h 191822"/>
                  <a:gd name="connsiteX1" fmla="*/ 126292 w 126447"/>
                  <a:gd name="connsiteY1" fmla="*/ 24476 h 191822"/>
                  <a:gd name="connsiteX2" fmla="*/ 30669 w 126447"/>
                  <a:gd name="connsiteY2" fmla="*/ 191817 h 191822"/>
                  <a:gd name="connsiteX3" fmla="*/ 6763 w 126447"/>
                  <a:gd name="connsiteY3" fmla="*/ 18499 h 191822"/>
                  <a:gd name="connsiteX0-1" fmla="*/ 394 w 120595"/>
                  <a:gd name="connsiteY0-2" fmla="*/ 16500 h 159942"/>
                  <a:gd name="connsiteX1-3" fmla="*/ 119923 w 120595"/>
                  <a:gd name="connsiteY1-4" fmla="*/ 22477 h 159942"/>
                  <a:gd name="connsiteX2-5" fmla="*/ 84065 w 120595"/>
                  <a:gd name="connsiteY2-6" fmla="*/ 159936 h 159942"/>
                  <a:gd name="connsiteX3-7" fmla="*/ 394 w 120595"/>
                  <a:gd name="connsiteY3-8" fmla="*/ 16500 h 159942"/>
                  <a:gd name="connsiteX0-9" fmla="*/ 939 w 129518"/>
                  <a:gd name="connsiteY0-10" fmla="*/ 16500 h 160211"/>
                  <a:gd name="connsiteX1-11" fmla="*/ 120468 w 129518"/>
                  <a:gd name="connsiteY1-12" fmla="*/ 22477 h 160211"/>
                  <a:gd name="connsiteX2-13" fmla="*/ 84610 w 129518"/>
                  <a:gd name="connsiteY2-14" fmla="*/ 159936 h 160211"/>
                  <a:gd name="connsiteX3-15" fmla="*/ 939 w 129518"/>
                  <a:gd name="connsiteY3-16" fmla="*/ 16500 h 160211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</a:cxnLst>
                <a:rect l="l" t="t" r="r" b="b"/>
                <a:pathLst>
                  <a:path w="129518" h="160211">
                    <a:moveTo>
                      <a:pt x="939" y="16500"/>
                    </a:moveTo>
                    <a:cubicBezTo>
                      <a:pt x="6915" y="-6410"/>
                      <a:pt x="116484" y="-6409"/>
                      <a:pt x="120468" y="22477"/>
                    </a:cubicBezTo>
                    <a:cubicBezTo>
                      <a:pt x="124452" y="51363"/>
                      <a:pt x="152344" y="152964"/>
                      <a:pt x="84610" y="159936"/>
                    </a:cubicBezTo>
                    <a:cubicBezTo>
                      <a:pt x="16876" y="166908"/>
                      <a:pt x="-5037" y="39410"/>
                      <a:pt x="939" y="16500"/>
                    </a:cubicBezTo>
                    <a:close/>
                  </a:path>
                </a:pathLst>
              </a:custGeom>
              <a:noFill/>
              <a:ln w="38100" cap="rnd">
                <a:solidFill>
                  <a:srgbClr val="262626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365">
                  <a:cs typeface="+mn-ea"/>
                  <a:sym typeface="+mn-lt"/>
                </a:endParaRPr>
              </a:p>
            </p:txBody>
          </p:sp>
          <p:sp>
            <p:nvSpPr>
              <p:cNvPr id="46" name="任意多边形 27"/>
              <p:cNvSpPr/>
              <p:nvPr/>
            </p:nvSpPr>
            <p:spPr>
              <a:xfrm>
                <a:off x="2500518" y="4409062"/>
                <a:ext cx="255640" cy="461540"/>
              </a:xfrm>
              <a:custGeom>
                <a:avLst/>
                <a:gdLst>
                  <a:gd name="connsiteX0" fmla="*/ 420402 w 665437"/>
                  <a:gd name="connsiteY0" fmla="*/ 0 h 1201399"/>
                  <a:gd name="connsiteX1" fmla="*/ 181343 w 665437"/>
                  <a:gd name="connsiteY1" fmla="*/ 161365 h 1201399"/>
                  <a:gd name="connsiteX2" fmla="*/ 37908 w 665437"/>
                  <a:gd name="connsiteY2" fmla="*/ 173318 h 1201399"/>
                  <a:gd name="connsiteX3" fmla="*/ 2049 w 665437"/>
                  <a:gd name="connsiteY3" fmla="*/ 239059 h 1201399"/>
                  <a:gd name="connsiteX4" fmla="*/ 37908 w 665437"/>
                  <a:gd name="connsiteY4" fmla="*/ 579718 h 1201399"/>
                  <a:gd name="connsiteX5" fmla="*/ 306849 w 665437"/>
                  <a:gd name="connsiteY5" fmla="*/ 753036 h 1201399"/>
                  <a:gd name="connsiteX6" fmla="*/ 282943 w 665437"/>
                  <a:gd name="connsiteY6" fmla="*/ 926353 h 1201399"/>
                  <a:gd name="connsiteX7" fmla="*/ 336731 w 665437"/>
                  <a:gd name="connsiteY7" fmla="*/ 1093695 h 1201399"/>
                  <a:gd name="connsiteX8" fmla="*/ 306849 w 665437"/>
                  <a:gd name="connsiteY8" fmla="*/ 1201271 h 1201399"/>
                  <a:gd name="connsiteX9" fmla="*/ 408449 w 665437"/>
                  <a:gd name="connsiteY9" fmla="*/ 1111624 h 1201399"/>
                  <a:gd name="connsiteX10" fmla="*/ 444308 w 665437"/>
                  <a:gd name="connsiteY10" fmla="*/ 944283 h 1201399"/>
                  <a:gd name="connsiteX11" fmla="*/ 516025 w 665437"/>
                  <a:gd name="connsiteY11" fmla="*/ 818777 h 1201399"/>
                  <a:gd name="connsiteX12" fmla="*/ 665437 w 665437"/>
                  <a:gd name="connsiteY12" fmla="*/ 753036 h 12013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665437" h="1201399">
                    <a:moveTo>
                      <a:pt x="420402" y="0"/>
                    </a:moveTo>
                    <a:cubicBezTo>
                      <a:pt x="332747" y="66239"/>
                      <a:pt x="245092" y="132479"/>
                      <a:pt x="181343" y="161365"/>
                    </a:cubicBezTo>
                    <a:cubicBezTo>
                      <a:pt x="117594" y="190251"/>
                      <a:pt x="67790" y="160369"/>
                      <a:pt x="37908" y="173318"/>
                    </a:cubicBezTo>
                    <a:cubicBezTo>
                      <a:pt x="8026" y="186267"/>
                      <a:pt x="2049" y="171326"/>
                      <a:pt x="2049" y="239059"/>
                    </a:cubicBezTo>
                    <a:cubicBezTo>
                      <a:pt x="2049" y="306792"/>
                      <a:pt x="-12892" y="494055"/>
                      <a:pt x="37908" y="579718"/>
                    </a:cubicBezTo>
                    <a:cubicBezTo>
                      <a:pt x="88708" y="665381"/>
                      <a:pt x="266010" y="695264"/>
                      <a:pt x="306849" y="753036"/>
                    </a:cubicBezTo>
                    <a:cubicBezTo>
                      <a:pt x="347688" y="810808"/>
                      <a:pt x="277963" y="869577"/>
                      <a:pt x="282943" y="926353"/>
                    </a:cubicBezTo>
                    <a:cubicBezTo>
                      <a:pt x="287923" y="983129"/>
                      <a:pt x="332747" y="1047875"/>
                      <a:pt x="336731" y="1093695"/>
                    </a:cubicBezTo>
                    <a:cubicBezTo>
                      <a:pt x="340715" y="1139515"/>
                      <a:pt x="294896" y="1198283"/>
                      <a:pt x="306849" y="1201271"/>
                    </a:cubicBezTo>
                    <a:cubicBezTo>
                      <a:pt x="318802" y="1204259"/>
                      <a:pt x="385539" y="1154455"/>
                      <a:pt x="408449" y="1111624"/>
                    </a:cubicBezTo>
                    <a:cubicBezTo>
                      <a:pt x="431359" y="1068793"/>
                      <a:pt x="426379" y="993091"/>
                      <a:pt x="444308" y="944283"/>
                    </a:cubicBezTo>
                    <a:cubicBezTo>
                      <a:pt x="462237" y="895475"/>
                      <a:pt x="479170" y="850651"/>
                      <a:pt x="516025" y="818777"/>
                    </a:cubicBezTo>
                    <a:cubicBezTo>
                      <a:pt x="552880" y="786903"/>
                      <a:pt x="609158" y="769969"/>
                      <a:pt x="665437" y="753036"/>
                    </a:cubicBezTo>
                  </a:path>
                </a:pathLst>
              </a:custGeom>
              <a:noFill/>
              <a:ln w="38100" cap="rnd">
                <a:solidFill>
                  <a:srgbClr val="262626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365">
                  <a:cs typeface="+mn-ea"/>
                  <a:sym typeface="+mn-lt"/>
                </a:endParaRPr>
              </a:p>
            </p:txBody>
          </p:sp>
          <p:sp>
            <p:nvSpPr>
              <p:cNvPr id="47" name="任意多边形 28"/>
              <p:cNvSpPr/>
              <p:nvPr/>
            </p:nvSpPr>
            <p:spPr>
              <a:xfrm>
                <a:off x="2693191" y="4801426"/>
                <a:ext cx="48215" cy="91839"/>
              </a:xfrm>
              <a:custGeom>
                <a:avLst/>
                <a:gdLst>
                  <a:gd name="connsiteX0" fmla="*/ 125506 w 125506"/>
                  <a:gd name="connsiteY0" fmla="*/ 0 h 239059"/>
                  <a:gd name="connsiteX1" fmla="*/ 59765 w 125506"/>
                  <a:gd name="connsiteY1" fmla="*/ 23906 h 239059"/>
                  <a:gd name="connsiteX2" fmla="*/ 0 w 125506"/>
                  <a:gd name="connsiteY2" fmla="*/ 143435 h 239059"/>
                  <a:gd name="connsiteX3" fmla="*/ 59765 w 125506"/>
                  <a:gd name="connsiteY3" fmla="*/ 239059 h 2390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5506" h="239059">
                    <a:moveTo>
                      <a:pt x="125506" y="0"/>
                    </a:moveTo>
                    <a:cubicBezTo>
                      <a:pt x="103094" y="0"/>
                      <a:pt x="80683" y="0"/>
                      <a:pt x="59765" y="23906"/>
                    </a:cubicBezTo>
                    <a:cubicBezTo>
                      <a:pt x="38847" y="47812"/>
                      <a:pt x="0" y="107576"/>
                      <a:pt x="0" y="143435"/>
                    </a:cubicBezTo>
                    <a:cubicBezTo>
                      <a:pt x="0" y="179294"/>
                      <a:pt x="29882" y="209176"/>
                      <a:pt x="59765" y="239059"/>
                    </a:cubicBezTo>
                  </a:path>
                </a:pathLst>
              </a:custGeom>
              <a:noFill/>
              <a:ln w="38100" cap="rnd">
                <a:solidFill>
                  <a:srgbClr val="262626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365">
                  <a:cs typeface="+mn-ea"/>
                  <a:sym typeface="+mn-lt"/>
                </a:endParaRPr>
              </a:p>
            </p:txBody>
          </p:sp>
        </p:grpSp>
        <p:sp>
          <p:nvSpPr>
            <p:cNvPr id="26" name="任意多边形 7"/>
            <p:cNvSpPr/>
            <p:nvPr/>
          </p:nvSpPr>
          <p:spPr>
            <a:xfrm rot="20279529">
              <a:off x="2598986" y="4623585"/>
              <a:ext cx="174702" cy="83215"/>
            </a:xfrm>
            <a:custGeom>
              <a:avLst/>
              <a:gdLst>
                <a:gd name="connsiteX0" fmla="*/ 0 w 145605"/>
                <a:gd name="connsiteY0" fmla="*/ 221320 h 221320"/>
                <a:gd name="connsiteX1" fmla="*/ 66978 w 145605"/>
                <a:gd name="connsiteY1" fmla="*/ 107748 h 221320"/>
                <a:gd name="connsiteX2" fmla="*/ 145605 w 145605"/>
                <a:gd name="connsiteY2" fmla="*/ 0 h 221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5605" h="221320">
                  <a:moveTo>
                    <a:pt x="0" y="221320"/>
                  </a:moveTo>
                  <a:cubicBezTo>
                    <a:pt x="21355" y="182977"/>
                    <a:pt x="42711" y="144635"/>
                    <a:pt x="66978" y="107748"/>
                  </a:cubicBezTo>
                  <a:cubicBezTo>
                    <a:pt x="91245" y="70861"/>
                    <a:pt x="118425" y="35430"/>
                    <a:pt x="145605" y="0"/>
                  </a:cubicBezTo>
                </a:path>
              </a:pathLst>
            </a:custGeom>
            <a:noFill/>
            <a:ln w="38100" cap="rnd">
              <a:solidFill>
                <a:srgbClr val="262626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365">
                <a:cs typeface="+mn-ea"/>
                <a:sym typeface="+mn-lt"/>
              </a:endParaRPr>
            </a:p>
          </p:txBody>
        </p:sp>
        <p:sp>
          <p:nvSpPr>
            <p:cNvPr id="27" name="任意多边形 8"/>
            <p:cNvSpPr/>
            <p:nvPr/>
          </p:nvSpPr>
          <p:spPr>
            <a:xfrm rot="20279529">
              <a:off x="2479594" y="4480388"/>
              <a:ext cx="223342" cy="118799"/>
            </a:xfrm>
            <a:custGeom>
              <a:avLst/>
              <a:gdLst>
                <a:gd name="connsiteX0" fmla="*/ 0 w 145605"/>
                <a:gd name="connsiteY0" fmla="*/ 221320 h 221320"/>
                <a:gd name="connsiteX1" fmla="*/ 66978 w 145605"/>
                <a:gd name="connsiteY1" fmla="*/ 107748 h 221320"/>
                <a:gd name="connsiteX2" fmla="*/ 145605 w 145605"/>
                <a:gd name="connsiteY2" fmla="*/ 0 h 221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5605" h="221320">
                  <a:moveTo>
                    <a:pt x="0" y="221320"/>
                  </a:moveTo>
                  <a:cubicBezTo>
                    <a:pt x="21355" y="182977"/>
                    <a:pt x="42711" y="144635"/>
                    <a:pt x="66978" y="107748"/>
                  </a:cubicBezTo>
                  <a:cubicBezTo>
                    <a:pt x="91245" y="70861"/>
                    <a:pt x="118425" y="35430"/>
                    <a:pt x="145605" y="0"/>
                  </a:cubicBezTo>
                </a:path>
              </a:pathLst>
            </a:custGeom>
            <a:noFill/>
            <a:ln w="38100" cap="rnd">
              <a:solidFill>
                <a:srgbClr val="262626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365">
                <a:cs typeface="+mn-ea"/>
                <a:sym typeface="+mn-lt"/>
              </a:endParaRPr>
            </a:p>
          </p:txBody>
        </p:sp>
        <p:sp>
          <p:nvSpPr>
            <p:cNvPr id="28" name="任意多边形 9"/>
            <p:cNvSpPr/>
            <p:nvPr/>
          </p:nvSpPr>
          <p:spPr>
            <a:xfrm rot="20279529">
              <a:off x="2127432" y="4559080"/>
              <a:ext cx="113703" cy="55204"/>
            </a:xfrm>
            <a:custGeom>
              <a:avLst/>
              <a:gdLst>
                <a:gd name="connsiteX0" fmla="*/ 0 w 145605"/>
                <a:gd name="connsiteY0" fmla="*/ 221320 h 221320"/>
                <a:gd name="connsiteX1" fmla="*/ 66978 w 145605"/>
                <a:gd name="connsiteY1" fmla="*/ 107748 h 221320"/>
                <a:gd name="connsiteX2" fmla="*/ 145605 w 145605"/>
                <a:gd name="connsiteY2" fmla="*/ 0 h 221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5605" h="221320">
                  <a:moveTo>
                    <a:pt x="0" y="221320"/>
                  </a:moveTo>
                  <a:cubicBezTo>
                    <a:pt x="21355" y="182977"/>
                    <a:pt x="42711" y="144635"/>
                    <a:pt x="66978" y="107748"/>
                  </a:cubicBezTo>
                  <a:cubicBezTo>
                    <a:pt x="91245" y="70861"/>
                    <a:pt x="118425" y="35430"/>
                    <a:pt x="145605" y="0"/>
                  </a:cubicBezTo>
                </a:path>
              </a:pathLst>
            </a:custGeom>
            <a:noFill/>
            <a:ln w="38100" cap="rnd">
              <a:solidFill>
                <a:srgbClr val="262626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365">
                <a:cs typeface="+mn-ea"/>
                <a:sym typeface="+mn-lt"/>
              </a:endParaRPr>
            </a:p>
          </p:txBody>
        </p:sp>
        <p:sp>
          <p:nvSpPr>
            <p:cNvPr id="29" name="任意多边形 10"/>
            <p:cNvSpPr/>
            <p:nvPr/>
          </p:nvSpPr>
          <p:spPr>
            <a:xfrm rot="20279529">
              <a:off x="2594340" y="4571943"/>
              <a:ext cx="163589" cy="96477"/>
            </a:xfrm>
            <a:custGeom>
              <a:avLst/>
              <a:gdLst>
                <a:gd name="connsiteX0" fmla="*/ 0 w 145605"/>
                <a:gd name="connsiteY0" fmla="*/ 221320 h 221320"/>
                <a:gd name="connsiteX1" fmla="*/ 66978 w 145605"/>
                <a:gd name="connsiteY1" fmla="*/ 107748 h 221320"/>
                <a:gd name="connsiteX2" fmla="*/ 145605 w 145605"/>
                <a:gd name="connsiteY2" fmla="*/ 0 h 221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5605" h="221320">
                  <a:moveTo>
                    <a:pt x="0" y="221320"/>
                  </a:moveTo>
                  <a:cubicBezTo>
                    <a:pt x="21355" y="182977"/>
                    <a:pt x="42711" y="144635"/>
                    <a:pt x="66978" y="107748"/>
                  </a:cubicBezTo>
                  <a:cubicBezTo>
                    <a:pt x="91245" y="70861"/>
                    <a:pt x="118425" y="35430"/>
                    <a:pt x="145605" y="0"/>
                  </a:cubicBezTo>
                </a:path>
              </a:pathLst>
            </a:custGeom>
            <a:noFill/>
            <a:ln w="38100" cap="rnd">
              <a:solidFill>
                <a:srgbClr val="262626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365">
                <a:cs typeface="+mn-ea"/>
                <a:sym typeface="+mn-lt"/>
              </a:endParaRPr>
            </a:p>
          </p:txBody>
        </p:sp>
        <p:sp>
          <p:nvSpPr>
            <p:cNvPr id="30" name="任意多边形 11"/>
            <p:cNvSpPr/>
            <p:nvPr/>
          </p:nvSpPr>
          <p:spPr>
            <a:xfrm rot="20279529">
              <a:off x="2135494" y="4638968"/>
              <a:ext cx="269481" cy="148400"/>
            </a:xfrm>
            <a:custGeom>
              <a:avLst/>
              <a:gdLst>
                <a:gd name="connsiteX0" fmla="*/ 0 w 145605"/>
                <a:gd name="connsiteY0" fmla="*/ 221320 h 221320"/>
                <a:gd name="connsiteX1" fmla="*/ 66978 w 145605"/>
                <a:gd name="connsiteY1" fmla="*/ 107748 h 221320"/>
                <a:gd name="connsiteX2" fmla="*/ 145605 w 145605"/>
                <a:gd name="connsiteY2" fmla="*/ 0 h 221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5605" h="221320">
                  <a:moveTo>
                    <a:pt x="0" y="221320"/>
                  </a:moveTo>
                  <a:cubicBezTo>
                    <a:pt x="21355" y="182977"/>
                    <a:pt x="42711" y="144635"/>
                    <a:pt x="66978" y="107748"/>
                  </a:cubicBezTo>
                  <a:cubicBezTo>
                    <a:pt x="91245" y="70861"/>
                    <a:pt x="118425" y="35430"/>
                    <a:pt x="145605" y="0"/>
                  </a:cubicBezTo>
                </a:path>
              </a:pathLst>
            </a:custGeom>
            <a:noFill/>
            <a:ln w="38100" cap="rnd">
              <a:solidFill>
                <a:srgbClr val="262626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365">
                <a:cs typeface="+mn-ea"/>
                <a:sym typeface="+mn-lt"/>
              </a:endParaRPr>
            </a:p>
          </p:txBody>
        </p:sp>
        <p:sp>
          <p:nvSpPr>
            <p:cNvPr id="31" name="任意多边形 12"/>
            <p:cNvSpPr/>
            <p:nvPr/>
          </p:nvSpPr>
          <p:spPr>
            <a:xfrm rot="20279529">
              <a:off x="2551870" y="4532497"/>
              <a:ext cx="202631" cy="103394"/>
            </a:xfrm>
            <a:custGeom>
              <a:avLst/>
              <a:gdLst>
                <a:gd name="connsiteX0" fmla="*/ 0 w 145605"/>
                <a:gd name="connsiteY0" fmla="*/ 221320 h 221320"/>
                <a:gd name="connsiteX1" fmla="*/ 66978 w 145605"/>
                <a:gd name="connsiteY1" fmla="*/ 107748 h 221320"/>
                <a:gd name="connsiteX2" fmla="*/ 145605 w 145605"/>
                <a:gd name="connsiteY2" fmla="*/ 0 h 221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5605" h="221320">
                  <a:moveTo>
                    <a:pt x="0" y="221320"/>
                  </a:moveTo>
                  <a:cubicBezTo>
                    <a:pt x="21355" y="182977"/>
                    <a:pt x="42711" y="144635"/>
                    <a:pt x="66978" y="107748"/>
                  </a:cubicBezTo>
                  <a:cubicBezTo>
                    <a:pt x="91245" y="70861"/>
                    <a:pt x="118425" y="35430"/>
                    <a:pt x="145605" y="0"/>
                  </a:cubicBezTo>
                </a:path>
              </a:pathLst>
            </a:custGeom>
            <a:noFill/>
            <a:ln w="38100" cap="rnd">
              <a:solidFill>
                <a:srgbClr val="262626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365">
                <a:cs typeface="+mn-ea"/>
                <a:sym typeface="+mn-lt"/>
              </a:endParaRPr>
            </a:p>
          </p:txBody>
        </p:sp>
        <p:sp>
          <p:nvSpPr>
            <p:cNvPr id="32" name="任意多边形 13"/>
            <p:cNvSpPr/>
            <p:nvPr/>
          </p:nvSpPr>
          <p:spPr>
            <a:xfrm rot="20279529">
              <a:off x="2524324" y="4506303"/>
              <a:ext cx="197416" cy="96522"/>
            </a:xfrm>
            <a:custGeom>
              <a:avLst/>
              <a:gdLst>
                <a:gd name="connsiteX0" fmla="*/ 0 w 145605"/>
                <a:gd name="connsiteY0" fmla="*/ 221320 h 221320"/>
                <a:gd name="connsiteX1" fmla="*/ 66978 w 145605"/>
                <a:gd name="connsiteY1" fmla="*/ 107748 h 221320"/>
                <a:gd name="connsiteX2" fmla="*/ 145605 w 145605"/>
                <a:gd name="connsiteY2" fmla="*/ 0 h 221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5605" h="221320">
                  <a:moveTo>
                    <a:pt x="0" y="221320"/>
                  </a:moveTo>
                  <a:cubicBezTo>
                    <a:pt x="21355" y="182977"/>
                    <a:pt x="42711" y="144635"/>
                    <a:pt x="66978" y="107748"/>
                  </a:cubicBezTo>
                  <a:cubicBezTo>
                    <a:pt x="91245" y="70861"/>
                    <a:pt x="118425" y="35430"/>
                    <a:pt x="145605" y="0"/>
                  </a:cubicBezTo>
                </a:path>
              </a:pathLst>
            </a:custGeom>
            <a:noFill/>
            <a:ln w="38100" cap="rnd">
              <a:solidFill>
                <a:srgbClr val="262626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365">
                <a:cs typeface="+mn-ea"/>
                <a:sym typeface="+mn-lt"/>
              </a:endParaRPr>
            </a:p>
          </p:txBody>
        </p:sp>
        <p:sp>
          <p:nvSpPr>
            <p:cNvPr id="33" name="任意多边形 14"/>
            <p:cNvSpPr/>
            <p:nvPr/>
          </p:nvSpPr>
          <p:spPr>
            <a:xfrm rot="20279529">
              <a:off x="2501280" y="4464115"/>
              <a:ext cx="153497" cy="79925"/>
            </a:xfrm>
            <a:custGeom>
              <a:avLst/>
              <a:gdLst>
                <a:gd name="connsiteX0" fmla="*/ 0 w 145605"/>
                <a:gd name="connsiteY0" fmla="*/ 221320 h 221320"/>
                <a:gd name="connsiteX1" fmla="*/ 66978 w 145605"/>
                <a:gd name="connsiteY1" fmla="*/ 107748 h 221320"/>
                <a:gd name="connsiteX2" fmla="*/ 145605 w 145605"/>
                <a:gd name="connsiteY2" fmla="*/ 0 h 221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5605" h="221320">
                  <a:moveTo>
                    <a:pt x="0" y="221320"/>
                  </a:moveTo>
                  <a:cubicBezTo>
                    <a:pt x="21355" y="182977"/>
                    <a:pt x="42711" y="144635"/>
                    <a:pt x="66978" y="107748"/>
                  </a:cubicBezTo>
                  <a:cubicBezTo>
                    <a:pt x="91245" y="70861"/>
                    <a:pt x="118425" y="35430"/>
                    <a:pt x="145605" y="0"/>
                  </a:cubicBezTo>
                </a:path>
              </a:pathLst>
            </a:custGeom>
            <a:noFill/>
            <a:ln w="38100" cap="rnd">
              <a:solidFill>
                <a:srgbClr val="262626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365">
                <a:cs typeface="+mn-ea"/>
                <a:sym typeface="+mn-lt"/>
              </a:endParaRPr>
            </a:p>
          </p:txBody>
        </p:sp>
        <p:sp>
          <p:nvSpPr>
            <p:cNvPr id="34" name="任意多边形 15"/>
            <p:cNvSpPr/>
            <p:nvPr/>
          </p:nvSpPr>
          <p:spPr>
            <a:xfrm rot="20279529">
              <a:off x="2328699" y="4625725"/>
              <a:ext cx="74052" cy="28249"/>
            </a:xfrm>
            <a:custGeom>
              <a:avLst/>
              <a:gdLst>
                <a:gd name="connsiteX0" fmla="*/ 0 w 145605"/>
                <a:gd name="connsiteY0" fmla="*/ 221320 h 221320"/>
                <a:gd name="connsiteX1" fmla="*/ 66978 w 145605"/>
                <a:gd name="connsiteY1" fmla="*/ 107748 h 221320"/>
                <a:gd name="connsiteX2" fmla="*/ 145605 w 145605"/>
                <a:gd name="connsiteY2" fmla="*/ 0 h 221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5605" h="221320">
                  <a:moveTo>
                    <a:pt x="0" y="221320"/>
                  </a:moveTo>
                  <a:cubicBezTo>
                    <a:pt x="21355" y="182977"/>
                    <a:pt x="42711" y="144635"/>
                    <a:pt x="66978" y="107748"/>
                  </a:cubicBezTo>
                  <a:cubicBezTo>
                    <a:pt x="91245" y="70861"/>
                    <a:pt x="118425" y="35430"/>
                    <a:pt x="145605" y="0"/>
                  </a:cubicBezTo>
                </a:path>
              </a:pathLst>
            </a:custGeom>
            <a:noFill/>
            <a:ln w="38100" cap="rnd">
              <a:solidFill>
                <a:srgbClr val="262626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365">
                <a:cs typeface="+mn-ea"/>
                <a:sym typeface="+mn-lt"/>
              </a:endParaRPr>
            </a:p>
          </p:txBody>
        </p:sp>
        <p:sp>
          <p:nvSpPr>
            <p:cNvPr id="35" name="任意多边形 16"/>
            <p:cNvSpPr/>
            <p:nvPr/>
          </p:nvSpPr>
          <p:spPr>
            <a:xfrm rot="20279529">
              <a:off x="2130536" y="4603524"/>
              <a:ext cx="189693" cy="97507"/>
            </a:xfrm>
            <a:custGeom>
              <a:avLst/>
              <a:gdLst>
                <a:gd name="connsiteX0" fmla="*/ 0 w 145605"/>
                <a:gd name="connsiteY0" fmla="*/ 221320 h 221320"/>
                <a:gd name="connsiteX1" fmla="*/ 66978 w 145605"/>
                <a:gd name="connsiteY1" fmla="*/ 107748 h 221320"/>
                <a:gd name="connsiteX2" fmla="*/ 145605 w 145605"/>
                <a:gd name="connsiteY2" fmla="*/ 0 h 221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5605" h="221320">
                  <a:moveTo>
                    <a:pt x="0" y="221320"/>
                  </a:moveTo>
                  <a:cubicBezTo>
                    <a:pt x="21355" y="182977"/>
                    <a:pt x="42711" y="144635"/>
                    <a:pt x="66978" y="107748"/>
                  </a:cubicBezTo>
                  <a:cubicBezTo>
                    <a:pt x="91245" y="70861"/>
                    <a:pt x="118425" y="35430"/>
                    <a:pt x="145605" y="0"/>
                  </a:cubicBezTo>
                </a:path>
              </a:pathLst>
            </a:custGeom>
            <a:noFill/>
            <a:ln w="38100" cap="rnd">
              <a:solidFill>
                <a:srgbClr val="262626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365">
                <a:cs typeface="+mn-ea"/>
                <a:sym typeface="+mn-lt"/>
              </a:endParaRPr>
            </a:p>
          </p:txBody>
        </p:sp>
        <p:sp>
          <p:nvSpPr>
            <p:cNvPr id="36" name="任意多边形 17"/>
            <p:cNvSpPr/>
            <p:nvPr/>
          </p:nvSpPr>
          <p:spPr>
            <a:xfrm rot="20279529">
              <a:off x="2599023" y="4660655"/>
              <a:ext cx="191800" cy="92351"/>
            </a:xfrm>
            <a:custGeom>
              <a:avLst/>
              <a:gdLst>
                <a:gd name="connsiteX0" fmla="*/ 0 w 145605"/>
                <a:gd name="connsiteY0" fmla="*/ 221320 h 221320"/>
                <a:gd name="connsiteX1" fmla="*/ 66978 w 145605"/>
                <a:gd name="connsiteY1" fmla="*/ 107748 h 221320"/>
                <a:gd name="connsiteX2" fmla="*/ 145605 w 145605"/>
                <a:gd name="connsiteY2" fmla="*/ 0 h 221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5605" h="221320">
                  <a:moveTo>
                    <a:pt x="0" y="221320"/>
                  </a:moveTo>
                  <a:cubicBezTo>
                    <a:pt x="21355" y="182977"/>
                    <a:pt x="42711" y="144635"/>
                    <a:pt x="66978" y="107748"/>
                  </a:cubicBezTo>
                  <a:cubicBezTo>
                    <a:pt x="91245" y="70861"/>
                    <a:pt x="118425" y="35430"/>
                    <a:pt x="145605" y="0"/>
                  </a:cubicBezTo>
                </a:path>
              </a:pathLst>
            </a:custGeom>
            <a:noFill/>
            <a:ln w="38100" cap="rnd">
              <a:solidFill>
                <a:srgbClr val="262626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365">
                <a:cs typeface="+mn-ea"/>
                <a:sym typeface="+mn-lt"/>
              </a:endParaRPr>
            </a:p>
          </p:txBody>
        </p:sp>
        <p:sp>
          <p:nvSpPr>
            <p:cNvPr id="37" name="任意多边形 18"/>
            <p:cNvSpPr/>
            <p:nvPr/>
          </p:nvSpPr>
          <p:spPr>
            <a:xfrm rot="20279529">
              <a:off x="2611275" y="4795392"/>
              <a:ext cx="62292" cy="38099"/>
            </a:xfrm>
            <a:custGeom>
              <a:avLst/>
              <a:gdLst>
                <a:gd name="connsiteX0" fmla="*/ 0 w 145605"/>
                <a:gd name="connsiteY0" fmla="*/ 221320 h 221320"/>
                <a:gd name="connsiteX1" fmla="*/ 66978 w 145605"/>
                <a:gd name="connsiteY1" fmla="*/ 107748 h 221320"/>
                <a:gd name="connsiteX2" fmla="*/ 145605 w 145605"/>
                <a:gd name="connsiteY2" fmla="*/ 0 h 221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5605" h="221320">
                  <a:moveTo>
                    <a:pt x="0" y="221320"/>
                  </a:moveTo>
                  <a:cubicBezTo>
                    <a:pt x="21355" y="182977"/>
                    <a:pt x="42711" y="144635"/>
                    <a:pt x="66978" y="107748"/>
                  </a:cubicBezTo>
                  <a:cubicBezTo>
                    <a:pt x="91245" y="70861"/>
                    <a:pt x="118425" y="35430"/>
                    <a:pt x="145605" y="0"/>
                  </a:cubicBezTo>
                </a:path>
              </a:pathLst>
            </a:custGeom>
            <a:noFill/>
            <a:ln w="38100" cap="rnd">
              <a:solidFill>
                <a:srgbClr val="262626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365">
                <a:cs typeface="+mn-ea"/>
                <a:sym typeface="+mn-lt"/>
              </a:endParaRPr>
            </a:p>
          </p:txBody>
        </p:sp>
        <p:sp>
          <p:nvSpPr>
            <p:cNvPr id="38" name="任意多边形 19"/>
            <p:cNvSpPr/>
            <p:nvPr/>
          </p:nvSpPr>
          <p:spPr>
            <a:xfrm rot="20279529">
              <a:off x="2492797" y="4489568"/>
              <a:ext cx="71293" cy="50292"/>
            </a:xfrm>
            <a:custGeom>
              <a:avLst/>
              <a:gdLst>
                <a:gd name="connsiteX0" fmla="*/ 0 w 145605"/>
                <a:gd name="connsiteY0" fmla="*/ 221320 h 221320"/>
                <a:gd name="connsiteX1" fmla="*/ 66978 w 145605"/>
                <a:gd name="connsiteY1" fmla="*/ 107748 h 221320"/>
                <a:gd name="connsiteX2" fmla="*/ 145605 w 145605"/>
                <a:gd name="connsiteY2" fmla="*/ 0 h 221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5605" h="221320">
                  <a:moveTo>
                    <a:pt x="0" y="221320"/>
                  </a:moveTo>
                  <a:cubicBezTo>
                    <a:pt x="21355" y="182977"/>
                    <a:pt x="42711" y="144635"/>
                    <a:pt x="66978" y="107748"/>
                  </a:cubicBezTo>
                  <a:cubicBezTo>
                    <a:pt x="91245" y="70861"/>
                    <a:pt x="118425" y="35430"/>
                    <a:pt x="145605" y="0"/>
                  </a:cubicBezTo>
                </a:path>
              </a:pathLst>
            </a:custGeom>
            <a:noFill/>
            <a:ln w="38100" cap="rnd">
              <a:solidFill>
                <a:srgbClr val="262626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365">
                <a:cs typeface="+mn-ea"/>
                <a:sym typeface="+mn-lt"/>
              </a:endParaRPr>
            </a:p>
          </p:txBody>
        </p:sp>
        <p:sp>
          <p:nvSpPr>
            <p:cNvPr id="39" name="任意多边形 20"/>
            <p:cNvSpPr/>
            <p:nvPr/>
          </p:nvSpPr>
          <p:spPr>
            <a:xfrm rot="20279529">
              <a:off x="2118578" y="4584242"/>
              <a:ext cx="149665" cy="78198"/>
            </a:xfrm>
            <a:custGeom>
              <a:avLst/>
              <a:gdLst>
                <a:gd name="connsiteX0" fmla="*/ 0 w 145605"/>
                <a:gd name="connsiteY0" fmla="*/ 221320 h 221320"/>
                <a:gd name="connsiteX1" fmla="*/ 66978 w 145605"/>
                <a:gd name="connsiteY1" fmla="*/ 107748 h 221320"/>
                <a:gd name="connsiteX2" fmla="*/ 145605 w 145605"/>
                <a:gd name="connsiteY2" fmla="*/ 0 h 221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5605" h="221320">
                  <a:moveTo>
                    <a:pt x="0" y="221320"/>
                  </a:moveTo>
                  <a:cubicBezTo>
                    <a:pt x="21355" y="182977"/>
                    <a:pt x="42711" y="144635"/>
                    <a:pt x="66978" y="107748"/>
                  </a:cubicBezTo>
                  <a:cubicBezTo>
                    <a:pt x="91245" y="70861"/>
                    <a:pt x="118425" y="35430"/>
                    <a:pt x="145605" y="0"/>
                  </a:cubicBezTo>
                </a:path>
              </a:pathLst>
            </a:custGeom>
            <a:noFill/>
            <a:ln w="38100" cap="rnd">
              <a:solidFill>
                <a:srgbClr val="262626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365">
                <a:cs typeface="+mn-ea"/>
                <a:sym typeface="+mn-lt"/>
              </a:endParaRPr>
            </a:p>
          </p:txBody>
        </p:sp>
        <p:sp>
          <p:nvSpPr>
            <p:cNvPr id="40" name="任意多边形 21"/>
            <p:cNvSpPr/>
            <p:nvPr/>
          </p:nvSpPr>
          <p:spPr>
            <a:xfrm rot="20279529">
              <a:off x="2127492" y="4608653"/>
              <a:ext cx="255388" cy="139142"/>
            </a:xfrm>
            <a:custGeom>
              <a:avLst/>
              <a:gdLst>
                <a:gd name="connsiteX0" fmla="*/ 0 w 145605"/>
                <a:gd name="connsiteY0" fmla="*/ 221320 h 221320"/>
                <a:gd name="connsiteX1" fmla="*/ 66978 w 145605"/>
                <a:gd name="connsiteY1" fmla="*/ 107748 h 221320"/>
                <a:gd name="connsiteX2" fmla="*/ 145605 w 145605"/>
                <a:gd name="connsiteY2" fmla="*/ 0 h 221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5605" h="221320">
                  <a:moveTo>
                    <a:pt x="0" y="221320"/>
                  </a:moveTo>
                  <a:cubicBezTo>
                    <a:pt x="21355" y="182977"/>
                    <a:pt x="42711" y="144635"/>
                    <a:pt x="66978" y="107748"/>
                  </a:cubicBezTo>
                  <a:cubicBezTo>
                    <a:pt x="91245" y="70861"/>
                    <a:pt x="118425" y="35430"/>
                    <a:pt x="145605" y="0"/>
                  </a:cubicBezTo>
                </a:path>
              </a:pathLst>
            </a:custGeom>
            <a:noFill/>
            <a:ln w="38100" cap="rnd">
              <a:solidFill>
                <a:srgbClr val="262626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365">
                <a:cs typeface="+mn-ea"/>
                <a:sym typeface="+mn-lt"/>
              </a:endParaRPr>
            </a:p>
          </p:txBody>
        </p:sp>
        <p:sp>
          <p:nvSpPr>
            <p:cNvPr id="41" name="任意多边形 22"/>
            <p:cNvSpPr/>
            <p:nvPr/>
          </p:nvSpPr>
          <p:spPr>
            <a:xfrm rot="20279529">
              <a:off x="2284593" y="4709127"/>
              <a:ext cx="38604" cy="23656"/>
            </a:xfrm>
            <a:custGeom>
              <a:avLst/>
              <a:gdLst>
                <a:gd name="connsiteX0" fmla="*/ 0 w 145605"/>
                <a:gd name="connsiteY0" fmla="*/ 221320 h 221320"/>
                <a:gd name="connsiteX1" fmla="*/ 66978 w 145605"/>
                <a:gd name="connsiteY1" fmla="*/ 107748 h 221320"/>
                <a:gd name="connsiteX2" fmla="*/ 145605 w 145605"/>
                <a:gd name="connsiteY2" fmla="*/ 0 h 221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5605" h="221320">
                  <a:moveTo>
                    <a:pt x="0" y="221320"/>
                  </a:moveTo>
                  <a:cubicBezTo>
                    <a:pt x="21355" y="182977"/>
                    <a:pt x="42711" y="144635"/>
                    <a:pt x="66978" y="107748"/>
                  </a:cubicBezTo>
                  <a:cubicBezTo>
                    <a:pt x="91245" y="70861"/>
                    <a:pt x="118425" y="35430"/>
                    <a:pt x="145605" y="0"/>
                  </a:cubicBezTo>
                </a:path>
              </a:pathLst>
            </a:custGeom>
            <a:noFill/>
            <a:ln w="38100" cap="rnd">
              <a:solidFill>
                <a:srgbClr val="262626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365">
                <a:cs typeface="+mn-ea"/>
                <a:sym typeface="+mn-lt"/>
              </a:endParaRPr>
            </a:p>
          </p:txBody>
        </p:sp>
        <p:sp>
          <p:nvSpPr>
            <p:cNvPr id="42" name="任意多边形 23"/>
            <p:cNvSpPr/>
            <p:nvPr/>
          </p:nvSpPr>
          <p:spPr>
            <a:xfrm rot="20279529">
              <a:off x="2302799" y="4734812"/>
              <a:ext cx="38604" cy="23656"/>
            </a:xfrm>
            <a:custGeom>
              <a:avLst/>
              <a:gdLst>
                <a:gd name="connsiteX0" fmla="*/ 0 w 145605"/>
                <a:gd name="connsiteY0" fmla="*/ 221320 h 221320"/>
                <a:gd name="connsiteX1" fmla="*/ 66978 w 145605"/>
                <a:gd name="connsiteY1" fmla="*/ 107748 h 221320"/>
                <a:gd name="connsiteX2" fmla="*/ 145605 w 145605"/>
                <a:gd name="connsiteY2" fmla="*/ 0 h 221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5605" h="221320">
                  <a:moveTo>
                    <a:pt x="0" y="221320"/>
                  </a:moveTo>
                  <a:cubicBezTo>
                    <a:pt x="21355" y="182977"/>
                    <a:pt x="42711" y="144635"/>
                    <a:pt x="66978" y="107748"/>
                  </a:cubicBezTo>
                  <a:cubicBezTo>
                    <a:pt x="91245" y="70861"/>
                    <a:pt x="118425" y="35430"/>
                    <a:pt x="145605" y="0"/>
                  </a:cubicBezTo>
                </a:path>
              </a:pathLst>
            </a:custGeom>
            <a:noFill/>
            <a:ln w="38100" cap="rnd">
              <a:solidFill>
                <a:srgbClr val="262626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365">
                <a:cs typeface="+mn-ea"/>
                <a:sym typeface="+mn-lt"/>
              </a:endParaRPr>
            </a:p>
          </p:txBody>
        </p:sp>
      </p:grpSp>
      <p:sp>
        <p:nvSpPr>
          <p:cNvPr id="5" name="Text Box 4"/>
          <p:cNvSpPr txBox="1"/>
          <p:nvPr/>
        </p:nvSpPr>
        <p:spPr>
          <a:xfrm>
            <a:off x="1666240" y="1378585"/>
            <a:ext cx="8529320" cy="39420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altLang="en-GB" sz="3600">
                <a:solidFill>
                  <a:schemeClr val="bg1">
                    <a:lumMod val="65000"/>
                  </a:schemeClr>
                </a:solidFill>
              </a:rPr>
              <a:t>Quantitative-Data: This is a type of data that is measured </a:t>
            </a:r>
            <a:endParaRPr lang="en-US" altLang="en-GB" sz="3600">
              <a:solidFill>
                <a:schemeClr val="bg1">
                  <a:lumMod val="65000"/>
                </a:schemeClr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altLang="en-GB" sz="3600">
                <a:solidFill>
                  <a:schemeClr val="bg1">
                    <a:lumMod val="65000"/>
                  </a:schemeClr>
                </a:solidFill>
              </a:rPr>
              <a:t>Qualitative-Data: This is a type of data that can be described with words </a:t>
            </a:r>
            <a:endParaRPr lang="en-US" altLang="en-GB" sz="3600">
              <a:solidFill>
                <a:schemeClr val="bg1">
                  <a:lumMod val="65000"/>
                </a:schemeClr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altLang="en-GB" sz="3600">
              <a:solidFill>
                <a:schemeClr val="bg1">
                  <a:lumMod val="65000"/>
                </a:schemeClr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altLang="en-GB" sz="3600">
              <a:solidFill>
                <a:schemeClr val="bg1">
                  <a:lumMod val="65000"/>
                </a:schemeClr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altLang="en-GB" sz="360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1710690" y="608330"/>
            <a:ext cx="424370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 sz="4000" b="1">
                <a:solidFill>
                  <a:schemeClr val="bg1">
                    <a:lumMod val="65000"/>
                  </a:schemeClr>
                </a:solidFill>
              </a:rPr>
              <a:t>Types</a:t>
            </a:r>
            <a:endParaRPr lang="en-US" altLang="en-GB" sz="4000" b="1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2" name="图片 11"/>
          <p:cNvPicPr>
            <a:picLocks noChangeAspect="1"/>
          </p:cNvPicPr>
          <p:nvPr/>
        </p:nvPicPr>
        <p:blipFill rotWithShape="1">
          <a:blip r:embed="rId2" cstate="screen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655" t="4167" r="41381" b="65000"/>
          <a:stretch>
            <a:fillRect/>
          </a:stretch>
        </p:blipFill>
        <p:spPr>
          <a:xfrm>
            <a:off x="764540" y="399415"/>
            <a:ext cx="631190" cy="12230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>
        <p:pull/>
      </p:transition>
    </mc:Choice>
    <mc:Fallback>
      <p:transition spd="med">
        <p:pull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图文框 10"/>
          <p:cNvSpPr/>
          <p:nvPr/>
        </p:nvSpPr>
        <p:spPr>
          <a:xfrm>
            <a:off x="0" y="0"/>
            <a:ext cx="12192000" cy="6857999"/>
          </a:xfrm>
          <a:prstGeom prst="frame">
            <a:avLst>
              <a:gd name="adj1" fmla="val 3750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 rotWithShape="1">
          <a:blip r:embed="rId1" cstate="screen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270" t="64861" r="8095" b="5972"/>
          <a:stretch>
            <a:fillRect/>
          </a:stretch>
        </p:blipFill>
        <p:spPr>
          <a:xfrm>
            <a:off x="5432425" y="2037715"/>
            <a:ext cx="619760" cy="1903730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4297680" y="3898900"/>
            <a:ext cx="3596005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2800">
                <a:latin typeface="Segoe UI" panose="020B0502040204020203" pitchFamily="34" charset="0"/>
                <a:cs typeface="Segoe UI" panose="020B0502040204020203" pitchFamily="34" charset="0"/>
              </a:rPr>
              <a:t>Benefits of Data Analytics </a:t>
            </a:r>
            <a:endParaRPr lang="en-US" altLang="zh-CN" sz="28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11673205" y="-102362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GB" altLang="en-US"/>
          </a:p>
        </p:txBody>
      </p:sp>
      <p:pic>
        <p:nvPicPr>
          <p:cNvPr id="47" name="图片 46"/>
          <p:cNvPicPr>
            <a:picLocks noChangeAspect="1"/>
          </p:cNvPicPr>
          <p:nvPr>
            <p:custDataLst>
              <p:tags r:id="rId2"/>
            </p:custDataLst>
          </p:nvPr>
        </p:nvPicPr>
        <p:blipFill rotWithShape="1">
          <a:blip r:embed="rId3" cstate="screen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319" t="4119" r="21347" b="66107"/>
          <a:stretch>
            <a:fillRect/>
          </a:stretch>
        </p:blipFill>
        <p:spPr>
          <a:xfrm>
            <a:off x="6052185" y="1922145"/>
            <a:ext cx="492125" cy="18859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>
        <p:pull/>
      </p:transition>
    </mc:Choice>
    <mc:Fallback>
      <p:transition spd="med">
        <p:pull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454785" y="1378585"/>
            <a:ext cx="8626475" cy="501777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prstClr val="black">
                  <a:lumMod val="75000"/>
                  <a:lumOff val="25000"/>
                </a:prstClr>
              </a:solidFill>
              <a:cs typeface="+mn-ea"/>
              <a:sym typeface="+mn-lt"/>
            </a:endParaRPr>
          </a:p>
          <a:p>
            <a:pPr algn="ctr">
              <a:lnSpc>
                <a:spcPct val="120000"/>
              </a:lnSpc>
            </a:pPr>
            <a:endParaRPr lang="zh-CN" altLang="en-US" sz="1400" dirty="0">
              <a:solidFill>
                <a:prstClr val="black">
                  <a:lumMod val="75000"/>
                  <a:lumOff val="25000"/>
                </a:prstClr>
              </a:solidFill>
              <a:cs typeface="+mn-ea"/>
              <a:sym typeface="+mn-lt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 rotWithShape="1">
          <a:blip r:embed="rId1" cstate="screen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270" t="64861" r="8095" b="5972"/>
          <a:stretch>
            <a:fillRect/>
          </a:stretch>
        </p:blipFill>
        <p:spPr>
          <a:xfrm>
            <a:off x="419735" y="399415"/>
            <a:ext cx="415290" cy="1235710"/>
          </a:xfrm>
          <a:prstGeom prst="rect">
            <a:avLst/>
          </a:prstGeom>
        </p:spPr>
      </p:pic>
      <p:sp>
        <p:nvSpPr>
          <p:cNvPr id="17" name="图文框 16"/>
          <p:cNvSpPr/>
          <p:nvPr/>
        </p:nvSpPr>
        <p:spPr>
          <a:xfrm>
            <a:off x="0" y="0"/>
            <a:ext cx="12192000" cy="6857999"/>
          </a:xfrm>
          <a:prstGeom prst="frame">
            <a:avLst>
              <a:gd name="adj1" fmla="val 3750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grpSp>
        <p:nvGrpSpPr>
          <p:cNvPr id="19" name="组合 18"/>
          <p:cNvGrpSpPr/>
          <p:nvPr/>
        </p:nvGrpSpPr>
        <p:grpSpPr>
          <a:xfrm rot="377494">
            <a:off x="10148570" y="320040"/>
            <a:ext cx="1728470" cy="1734820"/>
            <a:chOff x="2118578" y="4342666"/>
            <a:chExt cx="672245" cy="680979"/>
          </a:xfrm>
        </p:grpSpPr>
        <p:grpSp>
          <p:nvGrpSpPr>
            <p:cNvPr id="25" name="组合 24"/>
            <p:cNvGrpSpPr/>
            <p:nvPr/>
          </p:nvGrpSpPr>
          <p:grpSpPr>
            <a:xfrm>
              <a:off x="2124537" y="4342666"/>
              <a:ext cx="641610" cy="680979"/>
              <a:chOff x="2124539" y="4342651"/>
              <a:chExt cx="641611" cy="680977"/>
            </a:xfrm>
          </p:grpSpPr>
          <p:sp>
            <p:nvSpPr>
              <p:cNvPr id="43" name="任意多边形 24"/>
              <p:cNvSpPr/>
              <p:nvPr/>
            </p:nvSpPr>
            <p:spPr>
              <a:xfrm>
                <a:off x="2124539" y="4342651"/>
                <a:ext cx="641611" cy="680977"/>
              </a:xfrm>
              <a:custGeom>
                <a:avLst/>
                <a:gdLst>
                  <a:gd name="connsiteX0" fmla="*/ 63 w 140138"/>
                  <a:gd name="connsiteY0" fmla="*/ 65738 h 154344"/>
                  <a:gd name="connsiteX1" fmla="*/ 62928 w 140138"/>
                  <a:gd name="connsiteY1" fmla="*/ 16 h 154344"/>
                  <a:gd name="connsiteX2" fmla="*/ 140080 w 140138"/>
                  <a:gd name="connsiteY2" fmla="*/ 71453 h 154344"/>
                  <a:gd name="connsiteX3" fmla="*/ 74358 w 140138"/>
                  <a:gd name="connsiteY3" fmla="*/ 154321 h 154344"/>
                  <a:gd name="connsiteX4" fmla="*/ 63 w 140138"/>
                  <a:gd name="connsiteY4" fmla="*/ 65738 h 154344"/>
                  <a:gd name="connsiteX0-1" fmla="*/ 63 w 140227"/>
                  <a:gd name="connsiteY0-2" fmla="*/ 65738 h 154534"/>
                  <a:gd name="connsiteX1-3" fmla="*/ 62928 w 140227"/>
                  <a:gd name="connsiteY1-4" fmla="*/ 16 h 154534"/>
                  <a:gd name="connsiteX2-5" fmla="*/ 140080 w 140227"/>
                  <a:gd name="connsiteY2-6" fmla="*/ 71453 h 154534"/>
                  <a:gd name="connsiteX3-7" fmla="*/ 74358 w 140227"/>
                  <a:gd name="connsiteY3-8" fmla="*/ 154321 h 154534"/>
                  <a:gd name="connsiteX4-9" fmla="*/ 63 w 140227"/>
                  <a:gd name="connsiteY4-10" fmla="*/ 65738 h 154534"/>
                  <a:gd name="connsiteX0-11" fmla="*/ 63 w 140227"/>
                  <a:gd name="connsiteY0-12" fmla="*/ 65738 h 154534"/>
                  <a:gd name="connsiteX1-13" fmla="*/ 62928 w 140227"/>
                  <a:gd name="connsiteY1-14" fmla="*/ 16 h 154534"/>
                  <a:gd name="connsiteX2-15" fmla="*/ 140080 w 140227"/>
                  <a:gd name="connsiteY2-16" fmla="*/ 71453 h 154534"/>
                  <a:gd name="connsiteX3-17" fmla="*/ 74358 w 140227"/>
                  <a:gd name="connsiteY3-18" fmla="*/ 154321 h 154534"/>
                  <a:gd name="connsiteX4-19" fmla="*/ 63 w 140227"/>
                  <a:gd name="connsiteY4-20" fmla="*/ 65738 h 154534"/>
                  <a:gd name="connsiteX0-21" fmla="*/ 178 w 140342"/>
                  <a:gd name="connsiteY0-22" fmla="*/ 65738 h 154534"/>
                  <a:gd name="connsiteX1-23" fmla="*/ 63043 w 140342"/>
                  <a:gd name="connsiteY1-24" fmla="*/ 16 h 154534"/>
                  <a:gd name="connsiteX2-25" fmla="*/ 140195 w 140342"/>
                  <a:gd name="connsiteY2-26" fmla="*/ 71453 h 154534"/>
                  <a:gd name="connsiteX3-27" fmla="*/ 74473 w 140342"/>
                  <a:gd name="connsiteY3-28" fmla="*/ 154321 h 154534"/>
                  <a:gd name="connsiteX4-29" fmla="*/ 178 w 140342"/>
                  <a:gd name="connsiteY4-30" fmla="*/ 65738 h 154534"/>
                  <a:gd name="connsiteX0-31" fmla="*/ 178 w 140342"/>
                  <a:gd name="connsiteY0-32" fmla="*/ 65740 h 154536"/>
                  <a:gd name="connsiteX1-33" fmla="*/ 63043 w 140342"/>
                  <a:gd name="connsiteY1-34" fmla="*/ 18 h 154536"/>
                  <a:gd name="connsiteX2-35" fmla="*/ 140195 w 140342"/>
                  <a:gd name="connsiteY2-36" fmla="*/ 71455 h 154536"/>
                  <a:gd name="connsiteX3-37" fmla="*/ 74473 w 140342"/>
                  <a:gd name="connsiteY3-38" fmla="*/ 154323 h 154536"/>
                  <a:gd name="connsiteX4-39" fmla="*/ 178 w 140342"/>
                  <a:gd name="connsiteY4-40" fmla="*/ 65740 h 154536"/>
                  <a:gd name="connsiteX0-41" fmla="*/ 9 w 140173"/>
                  <a:gd name="connsiteY0-42" fmla="*/ 71451 h 160247"/>
                  <a:gd name="connsiteX1-43" fmla="*/ 71446 w 140173"/>
                  <a:gd name="connsiteY1-44" fmla="*/ 14 h 160247"/>
                  <a:gd name="connsiteX2-45" fmla="*/ 140026 w 140173"/>
                  <a:gd name="connsiteY2-46" fmla="*/ 77166 h 160247"/>
                  <a:gd name="connsiteX3-47" fmla="*/ 74304 w 140173"/>
                  <a:gd name="connsiteY3-48" fmla="*/ 160034 h 160247"/>
                  <a:gd name="connsiteX4-49" fmla="*/ 9 w 140173"/>
                  <a:gd name="connsiteY4-50" fmla="*/ 71451 h 160247"/>
                  <a:gd name="connsiteX0-51" fmla="*/ 9 w 140173"/>
                  <a:gd name="connsiteY0-52" fmla="*/ 71451 h 148862"/>
                  <a:gd name="connsiteX1-53" fmla="*/ 71446 w 140173"/>
                  <a:gd name="connsiteY1-54" fmla="*/ 14 h 148862"/>
                  <a:gd name="connsiteX2-55" fmla="*/ 140026 w 140173"/>
                  <a:gd name="connsiteY2-56" fmla="*/ 77166 h 148862"/>
                  <a:gd name="connsiteX3-57" fmla="*/ 74304 w 140173"/>
                  <a:gd name="connsiteY3-58" fmla="*/ 148604 h 148862"/>
                  <a:gd name="connsiteX4-59" fmla="*/ 9 w 140173"/>
                  <a:gd name="connsiteY4-60" fmla="*/ 71451 h 148862"/>
                  <a:gd name="connsiteX0-61" fmla="*/ 9 w 141024"/>
                  <a:gd name="connsiteY0-62" fmla="*/ 71451 h 148862"/>
                  <a:gd name="connsiteX1-63" fmla="*/ 71446 w 141024"/>
                  <a:gd name="connsiteY1-64" fmla="*/ 14 h 148862"/>
                  <a:gd name="connsiteX2-65" fmla="*/ 140026 w 141024"/>
                  <a:gd name="connsiteY2-66" fmla="*/ 77166 h 148862"/>
                  <a:gd name="connsiteX3-67" fmla="*/ 74304 w 141024"/>
                  <a:gd name="connsiteY3-68" fmla="*/ 148604 h 148862"/>
                  <a:gd name="connsiteX4-69" fmla="*/ 9 w 141024"/>
                  <a:gd name="connsiteY4-70" fmla="*/ 71451 h 148862"/>
                  <a:gd name="connsiteX0-71" fmla="*/ 9 w 140173"/>
                  <a:gd name="connsiteY0-72" fmla="*/ 71451 h 148862"/>
                  <a:gd name="connsiteX1-73" fmla="*/ 71446 w 140173"/>
                  <a:gd name="connsiteY1-74" fmla="*/ 14 h 148862"/>
                  <a:gd name="connsiteX2-75" fmla="*/ 140026 w 140173"/>
                  <a:gd name="connsiteY2-76" fmla="*/ 77166 h 148862"/>
                  <a:gd name="connsiteX3-77" fmla="*/ 74304 w 140173"/>
                  <a:gd name="connsiteY3-78" fmla="*/ 148604 h 148862"/>
                  <a:gd name="connsiteX4-79" fmla="*/ 9 w 140173"/>
                  <a:gd name="connsiteY4-80" fmla="*/ 71451 h 148862"/>
                  <a:gd name="connsiteX0-81" fmla="*/ 9 w 140257"/>
                  <a:gd name="connsiteY0-82" fmla="*/ 71451 h 148862"/>
                  <a:gd name="connsiteX1-83" fmla="*/ 71446 w 140257"/>
                  <a:gd name="connsiteY1-84" fmla="*/ 14 h 148862"/>
                  <a:gd name="connsiteX2-85" fmla="*/ 140026 w 140257"/>
                  <a:gd name="connsiteY2-86" fmla="*/ 77166 h 148862"/>
                  <a:gd name="connsiteX3-87" fmla="*/ 74304 w 140257"/>
                  <a:gd name="connsiteY3-88" fmla="*/ 148604 h 148862"/>
                  <a:gd name="connsiteX4-89" fmla="*/ 9 w 140257"/>
                  <a:gd name="connsiteY4-90" fmla="*/ 71451 h 148862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</a:cxnLst>
                <a:rect l="l" t="t" r="r" b="b"/>
                <a:pathLst>
                  <a:path w="140257" h="148862">
                    <a:moveTo>
                      <a:pt x="9" y="71451"/>
                    </a:moveTo>
                    <a:cubicBezTo>
                      <a:pt x="-467" y="46686"/>
                      <a:pt x="19535" y="-938"/>
                      <a:pt x="71446" y="14"/>
                    </a:cubicBezTo>
                    <a:cubicBezTo>
                      <a:pt x="123357" y="966"/>
                      <a:pt x="142638" y="44242"/>
                      <a:pt x="140026" y="77166"/>
                    </a:cubicBezTo>
                    <a:cubicBezTo>
                      <a:pt x="141931" y="102883"/>
                      <a:pt x="125739" y="152890"/>
                      <a:pt x="74304" y="148604"/>
                    </a:cubicBezTo>
                    <a:cubicBezTo>
                      <a:pt x="22869" y="144318"/>
                      <a:pt x="485" y="96216"/>
                      <a:pt x="9" y="71451"/>
                    </a:cubicBezTo>
                    <a:close/>
                  </a:path>
                </a:pathLst>
              </a:custGeom>
              <a:noFill/>
              <a:ln w="38100" cap="rnd">
                <a:solidFill>
                  <a:srgbClr val="262626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365">
                  <a:cs typeface="+mn-ea"/>
                  <a:sym typeface="+mn-lt"/>
                </a:endParaRPr>
              </a:p>
            </p:txBody>
          </p:sp>
          <p:sp>
            <p:nvSpPr>
              <p:cNvPr id="44" name="任意多边形 25"/>
              <p:cNvSpPr/>
              <p:nvPr/>
            </p:nvSpPr>
            <p:spPr>
              <a:xfrm>
                <a:off x="2176934" y="4495047"/>
                <a:ext cx="227805" cy="371040"/>
              </a:xfrm>
              <a:custGeom>
                <a:avLst/>
                <a:gdLst>
                  <a:gd name="connsiteX0" fmla="*/ 131483 w 768692"/>
                  <a:gd name="connsiteY0" fmla="*/ 0 h 962212"/>
                  <a:gd name="connsiteX1" fmla="*/ 394448 w 768692"/>
                  <a:gd name="connsiteY1" fmla="*/ 197223 h 962212"/>
                  <a:gd name="connsiteX2" fmla="*/ 621553 w 768692"/>
                  <a:gd name="connsiteY2" fmla="*/ 137459 h 962212"/>
                  <a:gd name="connsiteX3" fmla="*/ 764989 w 768692"/>
                  <a:gd name="connsiteY3" fmla="*/ 472141 h 962212"/>
                  <a:gd name="connsiteX4" fmla="*/ 472142 w 768692"/>
                  <a:gd name="connsiteY4" fmla="*/ 531906 h 962212"/>
                  <a:gd name="connsiteX5" fmla="*/ 591671 w 768692"/>
                  <a:gd name="connsiteY5" fmla="*/ 770965 h 962212"/>
                  <a:gd name="connsiteX6" fmla="*/ 442259 w 768692"/>
                  <a:gd name="connsiteY6" fmla="*/ 806823 h 962212"/>
                  <a:gd name="connsiteX7" fmla="*/ 352612 w 768692"/>
                  <a:gd name="connsiteY7" fmla="*/ 693271 h 962212"/>
                  <a:gd name="connsiteX8" fmla="*/ 197224 w 768692"/>
                  <a:gd name="connsiteY8" fmla="*/ 878541 h 962212"/>
                  <a:gd name="connsiteX9" fmla="*/ 0 w 768692"/>
                  <a:gd name="connsiteY9" fmla="*/ 962212 h 962212"/>
                  <a:gd name="connsiteX0-1" fmla="*/ 61103 w 698312"/>
                  <a:gd name="connsiteY0-2" fmla="*/ 0 h 1082820"/>
                  <a:gd name="connsiteX1-3" fmla="*/ 324068 w 698312"/>
                  <a:gd name="connsiteY1-4" fmla="*/ 197223 h 1082820"/>
                  <a:gd name="connsiteX2-5" fmla="*/ 551173 w 698312"/>
                  <a:gd name="connsiteY2-6" fmla="*/ 137459 h 1082820"/>
                  <a:gd name="connsiteX3-7" fmla="*/ 694609 w 698312"/>
                  <a:gd name="connsiteY3-8" fmla="*/ 472141 h 1082820"/>
                  <a:gd name="connsiteX4-9" fmla="*/ 401762 w 698312"/>
                  <a:gd name="connsiteY4-10" fmla="*/ 531906 h 1082820"/>
                  <a:gd name="connsiteX5-11" fmla="*/ 521291 w 698312"/>
                  <a:gd name="connsiteY5-12" fmla="*/ 770965 h 1082820"/>
                  <a:gd name="connsiteX6-13" fmla="*/ 371879 w 698312"/>
                  <a:gd name="connsiteY6-14" fmla="*/ 806823 h 1082820"/>
                  <a:gd name="connsiteX7-15" fmla="*/ 282232 w 698312"/>
                  <a:gd name="connsiteY7-16" fmla="*/ 693271 h 1082820"/>
                  <a:gd name="connsiteX8-17" fmla="*/ 126844 w 698312"/>
                  <a:gd name="connsiteY8-18" fmla="*/ 878541 h 1082820"/>
                  <a:gd name="connsiteX9-19" fmla="*/ 0 w 698312"/>
                  <a:gd name="connsiteY9-20" fmla="*/ 1082820 h 1082820"/>
                  <a:gd name="connsiteX0-21" fmla="*/ 61103 w 698312"/>
                  <a:gd name="connsiteY0-22" fmla="*/ 0 h 1082820"/>
                  <a:gd name="connsiteX1-23" fmla="*/ 324068 w 698312"/>
                  <a:gd name="connsiteY1-24" fmla="*/ 197223 h 1082820"/>
                  <a:gd name="connsiteX2-25" fmla="*/ 551173 w 698312"/>
                  <a:gd name="connsiteY2-26" fmla="*/ 137459 h 1082820"/>
                  <a:gd name="connsiteX3-27" fmla="*/ 694609 w 698312"/>
                  <a:gd name="connsiteY3-28" fmla="*/ 472141 h 1082820"/>
                  <a:gd name="connsiteX4-29" fmla="*/ 401762 w 698312"/>
                  <a:gd name="connsiteY4-30" fmla="*/ 531906 h 1082820"/>
                  <a:gd name="connsiteX5-31" fmla="*/ 521291 w 698312"/>
                  <a:gd name="connsiteY5-32" fmla="*/ 770965 h 1082820"/>
                  <a:gd name="connsiteX6-33" fmla="*/ 371879 w 698312"/>
                  <a:gd name="connsiteY6-34" fmla="*/ 806823 h 1082820"/>
                  <a:gd name="connsiteX7-35" fmla="*/ 282232 w 698312"/>
                  <a:gd name="connsiteY7-36" fmla="*/ 693271 h 1082820"/>
                  <a:gd name="connsiteX8-37" fmla="*/ 176111 w 698312"/>
                  <a:gd name="connsiteY8-38" fmla="*/ 905342 h 1082820"/>
                  <a:gd name="connsiteX9-39" fmla="*/ 0 w 698312"/>
                  <a:gd name="connsiteY9-40" fmla="*/ 1082820 h 1082820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  <a:cxn ang="0">
                    <a:pos x="connsiteX5-11" y="connsiteY5-12"/>
                  </a:cxn>
                  <a:cxn ang="0">
                    <a:pos x="connsiteX6-13" y="connsiteY6-14"/>
                  </a:cxn>
                  <a:cxn ang="0">
                    <a:pos x="connsiteX7-15" y="connsiteY7-16"/>
                  </a:cxn>
                  <a:cxn ang="0">
                    <a:pos x="connsiteX8-17" y="connsiteY8-18"/>
                  </a:cxn>
                  <a:cxn ang="0">
                    <a:pos x="connsiteX9-19" y="connsiteY9-20"/>
                  </a:cxn>
                </a:cxnLst>
                <a:rect l="l" t="t" r="r" b="b"/>
                <a:pathLst>
                  <a:path w="698312" h="1082820">
                    <a:moveTo>
                      <a:pt x="61103" y="0"/>
                    </a:moveTo>
                    <a:cubicBezTo>
                      <a:pt x="151746" y="87156"/>
                      <a:pt x="242390" y="174313"/>
                      <a:pt x="324068" y="197223"/>
                    </a:cubicBezTo>
                    <a:cubicBezTo>
                      <a:pt x="405746" y="220133"/>
                      <a:pt x="489416" y="91639"/>
                      <a:pt x="551173" y="137459"/>
                    </a:cubicBezTo>
                    <a:cubicBezTo>
                      <a:pt x="612930" y="183279"/>
                      <a:pt x="719511" y="406400"/>
                      <a:pt x="694609" y="472141"/>
                    </a:cubicBezTo>
                    <a:cubicBezTo>
                      <a:pt x="669707" y="537882"/>
                      <a:pt x="430648" y="482102"/>
                      <a:pt x="401762" y="531906"/>
                    </a:cubicBezTo>
                    <a:cubicBezTo>
                      <a:pt x="372876" y="581710"/>
                      <a:pt x="526272" y="725146"/>
                      <a:pt x="521291" y="770965"/>
                    </a:cubicBezTo>
                    <a:cubicBezTo>
                      <a:pt x="516311" y="816785"/>
                      <a:pt x="411722" y="819772"/>
                      <a:pt x="371879" y="806823"/>
                    </a:cubicBezTo>
                    <a:cubicBezTo>
                      <a:pt x="332036" y="793874"/>
                      <a:pt x="314860" y="676851"/>
                      <a:pt x="282232" y="693271"/>
                    </a:cubicBezTo>
                    <a:cubicBezTo>
                      <a:pt x="249604" y="709691"/>
                      <a:pt x="223150" y="840417"/>
                      <a:pt x="176111" y="905342"/>
                    </a:cubicBezTo>
                    <a:cubicBezTo>
                      <a:pt x="129072" y="970267"/>
                      <a:pt x="69227" y="1063396"/>
                      <a:pt x="0" y="1082820"/>
                    </a:cubicBezTo>
                  </a:path>
                </a:pathLst>
              </a:custGeom>
              <a:noFill/>
              <a:ln w="38100" cap="rnd">
                <a:solidFill>
                  <a:srgbClr val="262626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365">
                  <a:cs typeface="+mn-ea"/>
                  <a:sym typeface="+mn-lt"/>
                </a:endParaRPr>
              </a:p>
            </p:txBody>
          </p:sp>
          <p:sp>
            <p:nvSpPr>
              <p:cNvPr id="45" name="任意多边形 26"/>
              <p:cNvSpPr/>
              <p:nvPr/>
            </p:nvSpPr>
            <p:spPr>
              <a:xfrm>
                <a:off x="2353279" y="4809159"/>
                <a:ext cx="49757" cy="61548"/>
              </a:xfrm>
              <a:custGeom>
                <a:avLst/>
                <a:gdLst>
                  <a:gd name="connsiteX0" fmla="*/ 6763 w 126447"/>
                  <a:gd name="connsiteY0" fmla="*/ 18499 h 191822"/>
                  <a:gd name="connsiteX1" fmla="*/ 126292 w 126447"/>
                  <a:gd name="connsiteY1" fmla="*/ 24476 h 191822"/>
                  <a:gd name="connsiteX2" fmla="*/ 30669 w 126447"/>
                  <a:gd name="connsiteY2" fmla="*/ 191817 h 191822"/>
                  <a:gd name="connsiteX3" fmla="*/ 6763 w 126447"/>
                  <a:gd name="connsiteY3" fmla="*/ 18499 h 191822"/>
                  <a:gd name="connsiteX0-1" fmla="*/ 394 w 120595"/>
                  <a:gd name="connsiteY0-2" fmla="*/ 16500 h 159942"/>
                  <a:gd name="connsiteX1-3" fmla="*/ 119923 w 120595"/>
                  <a:gd name="connsiteY1-4" fmla="*/ 22477 h 159942"/>
                  <a:gd name="connsiteX2-5" fmla="*/ 84065 w 120595"/>
                  <a:gd name="connsiteY2-6" fmla="*/ 159936 h 159942"/>
                  <a:gd name="connsiteX3-7" fmla="*/ 394 w 120595"/>
                  <a:gd name="connsiteY3-8" fmla="*/ 16500 h 159942"/>
                  <a:gd name="connsiteX0-9" fmla="*/ 939 w 129518"/>
                  <a:gd name="connsiteY0-10" fmla="*/ 16500 h 160211"/>
                  <a:gd name="connsiteX1-11" fmla="*/ 120468 w 129518"/>
                  <a:gd name="connsiteY1-12" fmla="*/ 22477 h 160211"/>
                  <a:gd name="connsiteX2-13" fmla="*/ 84610 w 129518"/>
                  <a:gd name="connsiteY2-14" fmla="*/ 159936 h 160211"/>
                  <a:gd name="connsiteX3-15" fmla="*/ 939 w 129518"/>
                  <a:gd name="connsiteY3-16" fmla="*/ 16500 h 160211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</a:cxnLst>
                <a:rect l="l" t="t" r="r" b="b"/>
                <a:pathLst>
                  <a:path w="129518" h="160211">
                    <a:moveTo>
                      <a:pt x="939" y="16500"/>
                    </a:moveTo>
                    <a:cubicBezTo>
                      <a:pt x="6915" y="-6410"/>
                      <a:pt x="116484" y="-6409"/>
                      <a:pt x="120468" y="22477"/>
                    </a:cubicBezTo>
                    <a:cubicBezTo>
                      <a:pt x="124452" y="51363"/>
                      <a:pt x="152344" y="152964"/>
                      <a:pt x="84610" y="159936"/>
                    </a:cubicBezTo>
                    <a:cubicBezTo>
                      <a:pt x="16876" y="166908"/>
                      <a:pt x="-5037" y="39410"/>
                      <a:pt x="939" y="16500"/>
                    </a:cubicBezTo>
                    <a:close/>
                  </a:path>
                </a:pathLst>
              </a:custGeom>
              <a:noFill/>
              <a:ln w="38100" cap="rnd">
                <a:solidFill>
                  <a:srgbClr val="262626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365">
                  <a:cs typeface="+mn-ea"/>
                  <a:sym typeface="+mn-lt"/>
                </a:endParaRPr>
              </a:p>
            </p:txBody>
          </p:sp>
          <p:sp>
            <p:nvSpPr>
              <p:cNvPr id="46" name="任意多边形 27"/>
              <p:cNvSpPr/>
              <p:nvPr/>
            </p:nvSpPr>
            <p:spPr>
              <a:xfrm>
                <a:off x="2500518" y="4409062"/>
                <a:ext cx="255640" cy="461540"/>
              </a:xfrm>
              <a:custGeom>
                <a:avLst/>
                <a:gdLst>
                  <a:gd name="connsiteX0" fmla="*/ 420402 w 665437"/>
                  <a:gd name="connsiteY0" fmla="*/ 0 h 1201399"/>
                  <a:gd name="connsiteX1" fmla="*/ 181343 w 665437"/>
                  <a:gd name="connsiteY1" fmla="*/ 161365 h 1201399"/>
                  <a:gd name="connsiteX2" fmla="*/ 37908 w 665437"/>
                  <a:gd name="connsiteY2" fmla="*/ 173318 h 1201399"/>
                  <a:gd name="connsiteX3" fmla="*/ 2049 w 665437"/>
                  <a:gd name="connsiteY3" fmla="*/ 239059 h 1201399"/>
                  <a:gd name="connsiteX4" fmla="*/ 37908 w 665437"/>
                  <a:gd name="connsiteY4" fmla="*/ 579718 h 1201399"/>
                  <a:gd name="connsiteX5" fmla="*/ 306849 w 665437"/>
                  <a:gd name="connsiteY5" fmla="*/ 753036 h 1201399"/>
                  <a:gd name="connsiteX6" fmla="*/ 282943 w 665437"/>
                  <a:gd name="connsiteY6" fmla="*/ 926353 h 1201399"/>
                  <a:gd name="connsiteX7" fmla="*/ 336731 w 665437"/>
                  <a:gd name="connsiteY7" fmla="*/ 1093695 h 1201399"/>
                  <a:gd name="connsiteX8" fmla="*/ 306849 w 665437"/>
                  <a:gd name="connsiteY8" fmla="*/ 1201271 h 1201399"/>
                  <a:gd name="connsiteX9" fmla="*/ 408449 w 665437"/>
                  <a:gd name="connsiteY9" fmla="*/ 1111624 h 1201399"/>
                  <a:gd name="connsiteX10" fmla="*/ 444308 w 665437"/>
                  <a:gd name="connsiteY10" fmla="*/ 944283 h 1201399"/>
                  <a:gd name="connsiteX11" fmla="*/ 516025 w 665437"/>
                  <a:gd name="connsiteY11" fmla="*/ 818777 h 1201399"/>
                  <a:gd name="connsiteX12" fmla="*/ 665437 w 665437"/>
                  <a:gd name="connsiteY12" fmla="*/ 753036 h 12013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665437" h="1201399">
                    <a:moveTo>
                      <a:pt x="420402" y="0"/>
                    </a:moveTo>
                    <a:cubicBezTo>
                      <a:pt x="332747" y="66239"/>
                      <a:pt x="245092" y="132479"/>
                      <a:pt x="181343" y="161365"/>
                    </a:cubicBezTo>
                    <a:cubicBezTo>
                      <a:pt x="117594" y="190251"/>
                      <a:pt x="67790" y="160369"/>
                      <a:pt x="37908" y="173318"/>
                    </a:cubicBezTo>
                    <a:cubicBezTo>
                      <a:pt x="8026" y="186267"/>
                      <a:pt x="2049" y="171326"/>
                      <a:pt x="2049" y="239059"/>
                    </a:cubicBezTo>
                    <a:cubicBezTo>
                      <a:pt x="2049" y="306792"/>
                      <a:pt x="-12892" y="494055"/>
                      <a:pt x="37908" y="579718"/>
                    </a:cubicBezTo>
                    <a:cubicBezTo>
                      <a:pt x="88708" y="665381"/>
                      <a:pt x="266010" y="695264"/>
                      <a:pt x="306849" y="753036"/>
                    </a:cubicBezTo>
                    <a:cubicBezTo>
                      <a:pt x="347688" y="810808"/>
                      <a:pt x="277963" y="869577"/>
                      <a:pt x="282943" y="926353"/>
                    </a:cubicBezTo>
                    <a:cubicBezTo>
                      <a:pt x="287923" y="983129"/>
                      <a:pt x="332747" y="1047875"/>
                      <a:pt x="336731" y="1093695"/>
                    </a:cubicBezTo>
                    <a:cubicBezTo>
                      <a:pt x="340715" y="1139515"/>
                      <a:pt x="294896" y="1198283"/>
                      <a:pt x="306849" y="1201271"/>
                    </a:cubicBezTo>
                    <a:cubicBezTo>
                      <a:pt x="318802" y="1204259"/>
                      <a:pt x="385539" y="1154455"/>
                      <a:pt x="408449" y="1111624"/>
                    </a:cubicBezTo>
                    <a:cubicBezTo>
                      <a:pt x="431359" y="1068793"/>
                      <a:pt x="426379" y="993091"/>
                      <a:pt x="444308" y="944283"/>
                    </a:cubicBezTo>
                    <a:cubicBezTo>
                      <a:pt x="462237" y="895475"/>
                      <a:pt x="479170" y="850651"/>
                      <a:pt x="516025" y="818777"/>
                    </a:cubicBezTo>
                    <a:cubicBezTo>
                      <a:pt x="552880" y="786903"/>
                      <a:pt x="609158" y="769969"/>
                      <a:pt x="665437" y="753036"/>
                    </a:cubicBezTo>
                  </a:path>
                </a:pathLst>
              </a:custGeom>
              <a:noFill/>
              <a:ln w="38100" cap="rnd">
                <a:solidFill>
                  <a:srgbClr val="262626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365">
                  <a:cs typeface="+mn-ea"/>
                  <a:sym typeface="+mn-lt"/>
                </a:endParaRPr>
              </a:p>
            </p:txBody>
          </p:sp>
          <p:sp>
            <p:nvSpPr>
              <p:cNvPr id="47" name="任意多边形 28"/>
              <p:cNvSpPr/>
              <p:nvPr/>
            </p:nvSpPr>
            <p:spPr>
              <a:xfrm>
                <a:off x="2693191" y="4801426"/>
                <a:ext cx="48215" cy="91839"/>
              </a:xfrm>
              <a:custGeom>
                <a:avLst/>
                <a:gdLst>
                  <a:gd name="connsiteX0" fmla="*/ 125506 w 125506"/>
                  <a:gd name="connsiteY0" fmla="*/ 0 h 239059"/>
                  <a:gd name="connsiteX1" fmla="*/ 59765 w 125506"/>
                  <a:gd name="connsiteY1" fmla="*/ 23906 h 239059"/>
                  <a:gd name="connsiteX2" fmla="*/ 0 w 125506"/>
                  <a:gd name="connsiteY2" fmla="*/ 143435 h 239059"/>
                  <a:gd name="connsiteX3" fmla="*/ 59765 w 125506"/>
                  <a:gd name="connsiteY3" fmla="*/ 239059 h 2390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5506" h="239059">
                    <a:moveTo>
                      <a:pt x="125506" y="0"/>
                    </a:moveTo>
                    <a:cubicBezTo>
                      <a:pt x="103094" y="0"/>
                      <a:pt x="80683" y="0"/>
                      <a:pt x="59765" y="23906"/>
                    </a:cubicBezTo>
                    <a:cubicBezTo>
                      <a:pt x="38847" y="47812"/>
                      <a:pt x="0" y="107576"/>
                      <a:pt x="0" y="143435"/>
                    </a:cubicBezTo>
                    <a:cubicBezTo>
                      <a:pt x="0" y="179294"/>
                      <a:pt x="29882" y="209176"/>
                      <a:pt x="59765" y="239059"/>
                    </a:cubicBezTo>
                  </a:path>
                </a:pathLst>
              </a:custGeom>
              <a:noFill/>
              <a:ln w="38100" cap="rnd">
                <a:solidFill>
                  <a:srgbClr val="262626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365">
                  <a:cs typeface="+mn-ea"/>
                  <a:sym typeface="+mn-lt"/>
                </a:endParaRPr>
              </a:p>
            </p:txBody>
          </p:sp>
        </p:grpSp>
        <p:sp>
          <p:nvSpPr>
            <p:cNvPr id="26" name="任意多边形 7"/>
            <p:cNvSpPr/>
            <p:nvPr/>
          </p:nvSpPr>
          <p:spPr>
            <a:xfrm rot="20279529">
              <a:off x="2598986" y="4623585"/>
              <a:ext cx="174702" cy="83215"/>
            </a:xfrm>
            <a:custGeom>
              <a:avLst/>
              <a:gdLst>
                <a:gd name="connsiteX0" fmla="*/ 0 w 145605"/>
                <a:gd name="connsiteY0" fmla="*/ 221320 h 221320"/>
                <a:gd name="connsiteX1" fmla="*/ 66978 w 145605"/>
                <a:gd name="connsiteY1" fmla="*/ 107748 h 221320"/>
                <a:gd name="connsiteX2" fmla="*/ 145605 w 145605"/>
                <a:gd name="connsiteY2" fmla="*/ 0 h 221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5605" h="221320">
                  <a:moveTo>
                    <a:pt x="0" y="221320"/>
                  </a:moveTo>
                  <a:cubicBezTo>
                    <a:pt x="21355" y="182977"/>
                    <a:pt x="42711" y="144635"/>
                    <a:pt x="66978" y="107748"/>
                  </a:cubicBezTo>
                  <a:cubicBezTo>
                    <a:pt x="91245" y="70861"/>
                    <a:pt x="118425" y="35430"/>
                    <a:pt x="145605" y="0"/>
                  </a:cubicBezTo>
                </a:path>
              </a:pathLst>
            </a:custGeom>
            <a:noFill/>
            <a:ln w="38100" cap="rnd">
              <a:solidFill>
                <a:srgbClr val="262626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365">
                <a:cs typeface="+mn-ea"/>
                <a:sym typeface="+mn-lt"/>
              </a:endParaRPr>
            </a:p>
          </p:txBody>
        </p:sp>
        <p:sp>
          <p:nvSpPr>
            <p:cNvPr id="27" name="任意多边形 8"/>
            <p:cNvSpPr/>
            <p:nvPr/>
          </p:nvSpPr>
          <p:spPr>
            <a:xfrm rot="20279529">
              <a:off x="2479594" y="4480388"/>
              <a:ext cx="223342" cy="118799"/>
            </a:xfrm>
            <a:custGeom>
              <a:avLst/>
              <a:gdLst>
                <a:gd name="connsiteX0" fmla="*/ 0 w 145605"/>
                <a:gd name="connsiteY0" fmla="*/ 221320 h 221320"/>
                <a:gd name="connsiteX1" fmla="*/ 66978 w 145605"/>
                <a:gd name="connsiteY1" fmla="*/ 107748 h 221320"/>
                <a:gd name="connsiteX2" fmla="*/ 145605 w 145605"/>
                <a:gd name="connsiteY2" fmla="*/ 0 h 221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5605" h="221320">
                  <a:moveTo>
                    <a:pt x="0" y="221320"/>
                  </a:moveTo>
                  <a:cubicBezTo>
                    <a:pt x="21355" y="182977"/>
                    <a:pt x="42711" y="144635"/>
                    <a:pt x="66978" y="107748"/>
                  </a:cubicBezTo>
                  <a:cubicBezTo>
                    <a:pt x="91245" y="70861"/>
                    <a:pt x="118425" y="35430"/>
                    <a:pt x="145605" y="0"/>
                  </a:cubicBezTo>
                </a:path>
              </a:pathLst>
            </a:custGeom>
            <a:noFill/>
            <a:ln w="38100" cap="rnd">
              <a:solidFill>
                <a:srgbClr val="262626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365">
                <a:cs typeface="+mn-ea"/>
                <a:sym typeface="+mn-lt"/>
              </a:endParaRPr>
            </a:p>
          </p:txBody>
        </p:sp>
        <p:sp>
          <p:nvSpPr>
            <p:cNvPr id="28" name="任意多边形 9"/>
            <p:cNvSpPr/>
            <p:nvPr/>
          </p:nvSpPr>
          <p:spPr>
            <a:xfrm rot="20279529">
              <a:off x="2127432" y="4559080"/>
              <a:ext cx="113703" cy="55204"/>
            </a:xfrm>
            <a:custGeom>
              <a:avLst/>
              <a:gdLst>
                <a:gd name="connsiteX0" fmla="*/ 0 w 145605"/>
                <a:gd name="connsiteY0" fmla="*/ 221320 h 221320"/>
                <a:gd name="connsiteX1" fmla="*/ 66978 w 145605"/>
                <a:gd name="connsiteY1" fmla="*/ 107748 h 221320"/>
                <a:gd name="connsiteX2" fmla="*/ 145605 w 145605"/>
                <a:gd name="connsiteY2" fmla="*/ 0 h 221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5605" h="221320">
                  <a:moveTo>
                    <a:pt x="0" y="221320"/>
                  </a:moveTo>
                  <a:cubicBezTo>
                    <a:pt x="21355" y="182977"/>
                    <a:pt x="42711" y="144635"/>
                    <a:pt x="66978" y="107748"/>
                  </a:cubicBezTo>
                  <a:cubicBezTo>
                    <a:pt x="91245" y="70861"/>
                    <a:pt x="118425" y="35430"/>
                    <a:pt x="145605" y="0"/>
                  </a:cubicBezTo>
                </a:path>
              </a:pathLst>
            </a:custGeom>
            <a:noFill/>
            <a:ln w="38100" cap="rnd">
              <a:solidFill>
                <a:srgbClr val="262626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365">
                <a:cs typeface="+mn-ea"/>
                <a:sym typeface="+mn-lt"/>
              </a:endParaRPr>
            </a:p>
          </p:txBody>
        </p:sp>
        <p:sp>
          <p:nvSpPr>
            <p:cNvPr id="29" name="任意多边形 10"/>
            <p:cNvSpPr/>
            <p:nvPr/>
          </p:nvSpPr>
          <p:spPr>
            <a:xfrm rot="20279529">
              <a:off x="2594340" y="4571943"/>
              <a:ext cx="163589" cy="96477"/>
            </a:xfrm>
            <a:custGeom>
              <a:avLst/>
              <a:gdLst>
                <a:gd name="connsiteX0" fmla="*/ 0 w 145605"/>
                <a:gd name="connsiteY0" fmla="*/ 221320 h 221320"/>
                <a:gd name="connsiteX1" fmla="*/ 66978 w 145605"/>
                <a:gd name="connsiteY1" fmla="*/ 107748 h 221320"/>
                <a:gd name="connsiteX2" fmla="*/ 145605 w 145605"/>
                <a:gd name="connsiteY2" fmla="*/ 0 h 221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5605" h="221320">
                  <a:moveTo>
                    <a:pt x="0" y="221320"/>
                  </a:moveTo>
                  <a:cubicBezTo>
                    <a:pt x="21355" y="182977"/>
                    <a:pt x="42711" y="144635"/>
                    <a:pt x="66978" y="107748"/>
                  </a:cubicBezTo>
                  <a:cubicBezTo>
                    <a:pt x="91245" y="70861"/>
                    <a:pt x="118425" y="35430"/>
                    <a:pt x="145605" y="0"/>
                  </a:cubicBezTo>
                </a:path>
              </a:pathLst>
            </a:custGeom>
            <a:noFill/>
            <a:ln w="38100" cap="rnd">
              <a:solidFill>
                <a:srgbClr val="262626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365">
                <a:cs typeface="+mn-ea"/>
                <a:sym typeface="+mn-lt"/>
              </a:endParaRPr>
            </a:p>
          </p:txBody>
        </p:sp>
        <p:sp>
          <p:nvSpPr>
            <p:cNvPr id="30" name="任意多边形 11"/>
            <p:cNvSpPr/>
            <p:nvPr/>
          </p:nvSpPr>
          <p:spPr>
            <a:xfrm rot="20279529">
              <a:off x="2135494" y="4638968"/>
              <a:ext cx="269481" cy="148400"/>
            </a:xfrm>
            <a:custGeom>
              <a:avLst/>
              <a:gdLst>
                <a:gd name="connsiteX0" fmla="*/ 0 w 145605"/>
                <a:gd name="connsiteY0" fmla="*/ 221320 h 221320"/>
                <a:gd name="connsiteX1" fmla="*/ 66978 w 145605"/>
                <a:gd name="connsiteY1" fmla="*/ 107748 h 221320"/>
                <a:gd name="connsiteX2" fmla="*/ 145605 w 145605"/>
                <a:gd name="connsiteY2" fmla="*/ 0 h 221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5605" h="221320">
                  <a:moveTo>
                    <a:pt x="0" y="221320"/>
                  </a:moveTo>
                  <a:cubicBezTo>
                    <a:pt x="21355" y="182977"/>
                    <a:pt x="42711" y="144635"/>
                    <a:pt x="66978" y="107748"/>
                  </a:cubicBezTo>
                  <a:cubicBezTo>
                    <a:pt x="91245" y="70861"/>
                    <a:pt x="118425" y="35430"/>
                    <a:pt x="145605" y="0"/>
                  </a:cubicBezTo>
                </a:path>
              </a:pathLst>
            </a:custGeom>
            <a:noFill/>
            <a:ln w="38100" cap="rnd">
              <a:solidFill>
                <a:srgbClr val="262626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365">
                <a:cs typeface="+mn-ea"/>
                <a:sym typeface="+mn-lt"/>
              </a:endParaRPr>
            </a:p>
          </p:txBody>
        </p:sp>
        <p:sp>
          <p:nvSpPr>
            <p:cNvPr id="31" name="任意多边形 12"/>
            <p:cNvSpPr/>
            <p:nvPr/>
          </p:nvSpPr>
          <p:spPr>
            <a:xfrm rot="20279529">
              <a:off x="2551870" y="4532497"/>
              <a:ext cx="202631" cy="103394"/>
            </a:xfrm>
            <a:custGeom>
              <a:avLst/>
              <a:gdLst>
                <a:gd name="connsiteX0" fmla="*/ 0 w 145605"/>
                <a:gd name="connsiteY0" fmla="*/ 221320 h 221320"/>
                <a:gd name="connsiteX1" fmla="*/ 66978 w 145605"/>
                <a:gd name="connsiteY1" fmla="*/ 107748 h 221320"/>
                <a:gd name="connsiteX2" fmla="*/ 145605 w 145605"/>
                <a:gd name="connsiteY2" fmla="*/ 0 h 221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5605" h="221320">
                  <a:moveTo>
                    <a:pt x="0" y="221320"/>
                  </a:moveTo>
                  <a:cubicBezTo>
                    <a:pt x="21355" y="182977"/>
                    <a:pt x="42711" y="144635"/>
                    <a:pt x="66978" y="107748"/>
                  </a:cubicBezTo>
                  <a:cubicBezTo>
                    <a:pt x="91245" y="70861"/>
                    <a:pt x="118425" y="35430"/>
                    <a:pt x="145605" y="0"/>
                  </a:cubicBezTo>
                </a:path>
              </a:pathLst>
            </a:custGeom>
            <a:noFill/>
            <a:ln w="38100" cap="rnd">
              <a:solidFill>
                <a:srgbClr val="262626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365">
                <a:cs typeface="+mn-ea"/>
                <a:sym typeface="+mn-lt"/>
              </a:endParaRPr>
            </a:p>
          </p:txBody>
        </p:sp>
        <p:sp>
          <p:nvSpPr>
            <p:cNvPr id="32" name="任意多边形 13"/>
            <p:cNvSpPr/>
            <p:nvPr/>
          </p:nvSpPr>
          <p:spPr>
            <a:xfrm rot="20279529">
              <a:off x="2524324" y="4506303"/>
              <a:ext cx="197416" cy="96522"/>
            </a:xfrm>
            <a:custGeom>
              <a:avLst/>
              <a:gdLst>
                <a:gd name="connsiteX0" fmla="*/ 0 w 145605"/>
                <a:gd name="connsiteY0" fmla="*/ 221320 h 221320"/>
                <a:gd name="connsiteX1" fmla="*/ 66978 w 145605"/>
                <a:gd name="connsiteY1" fmla="*/ 107748 h 221320"/>
                <a:gd name="connsiteX2" fmla="*/ 145605 w 145605"/>
                <a:gd name="connsiteY2" fmla="*/ 0 h 221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5605" h="221320">
                  <a:moveTo>
                    <a:pt x="0" y="221320"/>
                  </a:moveTo>
                  <a:cubicBezTo>
                    <a:pt x="21355" y="182977"/>
                    <a:pt x="42711" y="144635"/>
                    <a:pt x="66978" y="107748"/>
                  </a:cubicBezTo>
                  <a:cubicBezTo>
                    <a:pt x="91245" y="70861"/>
                    <a:pt x="118425" y="35430"/>
                    <a:pt x="145605" y="0"/>
                  </a:cubicBezTo>
                </a:path>
              </a:pathLst>
            </a:custGeom>
            <a:noFill/>
            <a:ln w="38100" cap="rnd">
              <a:solidFill>
                <a:srgbClr val="262626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365">
                <a:cs typeface="+mn-ea"/>
                <a:sym typeface="+mn-lt"/>
              </a:endParaRPr>
            </a:p>
          </p:txBody>
        </p:sp>
        <p:sp>
          <p:nvSpPr>
            <p:cNvPr id="33" name="任意多边形 14"/>
            <p:cNvSpPr/>
            <p:nvPr/>
          </p:nvSpPr>
          <p:spPr>
            <a:xfrm rot="20279529">
              <a:off x="2501280" y="4464115"/>
              <a:ext cx="153497" cy="79925"/>
            </a:xfrm>
            <a:custGeom>
              <a:avLst/>
              <a:gdLst>
                <a:gd name="connsiteX0" fmla="*/ 0 w 145605"/>
                <a:gd name="connsiteY0" fmla="*/ 221320 h 221320"/>
                <a:gd name="connsiteX1" fmla="*/ 66978 w 145605"/>
                <a:gd name="connsiteY1" fmla="*/ 107748 h 221320"/>
                <a:gd name="connsiteX2" fmla="*/ 145605 w 145605"/>
                <a:gd name="connsiteY2" fmla="*/ 0 h 221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5605" h="221320">
                  <a:moveTo>
                    <a:pt x="0" y="221320"/>
                  </a:moveTo>
                  <a:cubicBezTo>
                    <a:pt x="21355" y="182977"/>
                    <a:pt x="42711" y="144635"/>
                    <a:pt x="66978" y="107748"/>
                  </a:cubicBezTo>
                  <a:cubicBezTo>
                    <a:pt x="91245" y="70861"/>
                    <a:pt x="118425" y="35430"/>
                    <a:pt x="145605" y="0"/>
                  </a:cubicBezTo>
                </a:path>
              </a:pathLst>
            </a:custGeom>
            <a:noFill/>
            <a:ln w="38100" cap="rnd">
              <a:solidFill>
                <a:srgbClr val="262626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365">
                <a:cs typeface="+mn-ea"/>
                <a:sym typeface="+mn-lt"/>
              </a:endParaRPr>
            </a:p>
          </p:txBody>
        </p:sp>
        <p:sp>
          <p:nvSpPr>
            <p:cNvPr id="34" name="任意多边形 15"/>
            <p:cNvSpPr/>
            <p:nvPr/>
          </p:nvSpPr>
          <p:spPr>
            <a:xfrm rot="20279529">
              <a:off x="2328699" y="4625725"/>
              <a:ext cx="74052" cy="28249"/>
            </a:xfrm>
            <a:custGeom>
              <a:avLst/>
              <a:gdLst>
                <a:gd name="connsiteX0" fmla="*/ 0 w 145605"/>
                <a:gd name="connsiteY0" fmla="*/ 221320 h 221320"/>
                <a:gd name="connsiteX1" fmla="*/ 66978 w 145605"/>
                <a:gd name="connsiteY1" fmla="*/ 107748 h 221320"/>
                <a:gd name="connsiteX2" fmla="*/ 145605 w 145605"/>
                <a:gd name="connsiteY2" fmla="*/ 0 h 221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5605" h="221320">
                  <a:moveTo>
                    <a:pt x="0" y="221320"/>
                  </a:moveTo>
                  <a:cubicBezTo>
                    <a:pt x="21355" y="182977"/>
                    <a:pt x="42711" y="144635"/>
                    <a:pt x="66978" y="107748"/>
                  </a:cubicBezTo>
                  <a:cubicBezTo>
                    <a:pt x="91245" y="70861"/>
                    <a:pt x="118425" y="35430"/>
                    <a:pt x="145605" y="0"/>
                  </a:cubicBezTo>
                </a:path>
              </a:pathLst>
            </a:custGeom>
            <a:noFill/>
            <a:ln w="38100" cap="rnd">
              <a:solidFill>
                <a:srgbClr val="262626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365">
                <a:cs typeface="+mn-ea"/>
                <a:sym typeface="+mn-lt"/>
              </a:endParaRPr>
            </a:p>
          </p:txBody>
        </p:sp>
        <p:sp>
          <p:nvSpPr>
            <p:cNvPr id="35" name="任意多边形 16"/>
            <p:cNvSpPr/>
            <p:nvPr/>
          </p:nvSpPr>
          <p:spPr>
            <a:xfrm rot="20279529">
              <a:off x="2130536" y="4603524"/>
              <a:ext cx="189693" cy="97507"/>
            </a:xfrm>
            <a:custGeom>
              <a:avLst/>
              <a:gdLst>
                <a:gd name="connsiteX0" fmla="*/ 0 w 145605"/>
                <a:gd name="connsiteY0" fmla="*/ 221320 h 221320"/>
                <a:gd name="connsiteX1" fmla="*/ 66978 w 145605"/>
                <a:gd name="connsiteY1" fmla="*/ 107748 h 221320"/>
                <a:gd name="connsiteX2" fmla="*/ 145605 w 145605"/>
                <a:gd name="connsiteY2" fmla="*/ 0 h 221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5605" h="221320">
                  <a:moveTo>
                    <a:pt x="0" y="221320"/>
                  </a:moveTo>
                  <a:cubicBezTo>
                    <a:pt x="21355" y="182977"/>
                    <a:pt x="42711" y="144635"/>
                    <a:pt x="66978" y="107748"/>
                  </a:cubicBezTo>
                  <a:cubicBezTo>
                    <a:pt x="91245" y="70861"/>
                    <a:pt x="118425" y="35430"/>
                    <a:pt x="145605" y="0"/>
                  </a:cubicBezTo>
                </a:path>
              </a:pathLst>
            </a:custGeom>
            <a:noFill/>
            <a:ln w="38100" cap="rnd">
              <a:solidFill>
                <a:srgbClr val="262626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365">
                <a:cs typeface="+mn-ea"/>
                <a:sym typeface="+mn-lt"/>
              </a:endParaRPr>
            </a:p>
          </p:txBody>
        </p:sp>
        <p:sp>
          <p:nvSpPr>
            <p:cNvPr id="36" name="任意多边形 17"/>
            <p:cNvSpPr/>
            <p:nvPr/>
          </p:nvSpPr>
          <p:spPr>
            <a:xfrm rot="20279529">
              <a:off x="2599023" y="4660655"/>
              <a:ext cx="191800" cy="92351"/>
            </a:xfrm>
            <a:custGeom>
              <a:avLst/>
              <a:gdLst>
                <a:gd name="connsiteX0" fmla="*/ 0 w 145605"/>
                <a:gd name="connsiteY0" fmla="*/ 221320 h 221320"/>
                <a:gd name="connsiteX1" fmla="*/ 66978 w 145605"/>
                <a:gd name="connsiteY1" fmla="*/ 107748 h 221320"/>
                <a:gd name="connsiteX2" fmla="*/ 145605 w 145605"/>
                <a:gd name="connsiteY2" fmla="*/ 0 h 221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5605" h="221320">
                  <a:moveTo>
                    <a:pt x="0" y="221320"/>
                  </a:moveTo>
                  <a:cubicBezTo>
                    <a:pt x="21355" y="182977"/>
                    <a:pt x="42711" y="144635"/>
                    <a:pt x="66978" y="107748"/>
                  </a:cubicBezTo>
                  <a:cubicBezTo>
                    <a:pt x="91245" y="70861"/>
                    <a:pt x="118425" y="35430"/>
                    <a:pt x="145605" y="0"/>
                  </a:cubicBezTo>
                </a:path>
              </a:pathLst>
            </a:custGeom>
            <a:noFill/>
            <a:ln w="38100" cap="rnd">
              <a:solidFill>
                <a:srgbClr val="262626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365">
                <a:cs typeface="+mn-ea"/>
                <a:sym typeface="+mn-lt"/>
              </a:endParaRPr>
            </a:p>
          </p:txBody>
        </p:sp>
        <p:sp>
          <p:nvSpPr>
            <p:cNvPr id="37" name="任意多边形 18"/>
            <p:cNvSpPr/>
            <p:nvPr/>
          </p:nvSpPr>
          <p:spPr>
            <a:xfrm rot="20279529">
              <a:off x="2611275" y="4795392"/>
              <a:ext cx="62292" cy="38099"/>
            </a:xfrm>
            <a:custGeom>
              <a:avLst/>
              <a:gdLst>
                <a:gd name="connsiteX0" fmla="*/ 0 w 145605"/>
                <a:gd name="connsiteY0" fmla="*/ 221320 h 221320"/>
                <a:gd name="connsiteX1" fmla="*/ 66978 w 145605"/>
                <a:gd name="connsiteY1" fmla="*/ 107748 h 221320"/>
                <a:gd name="connsiteX2" fmla="*/ 145605 w 145605"/>
                <a:gd name="connsiteY2" fmla="*/ 0 h 221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5605" h="221320">
                  <a:moveTo>
                    <a:pt x="0" y="221320"/>
                  </a:moveTo>
                  <a:cubicBezTo>
                    <a:pt x="21355" y="182977"/>
                    <a:pt x="42711" y="144635"/>
                    <a:pt x="66978" y="107748"/>
                  </a:cubicBezTo>
                  <a:cubicBezTo>
                    <a:pt x="91245" y="70861"/>
                    <a:pt x="118425" y="35430"/>
                    <a:pt x="145605" y="0"/>
                  </a:cubicBezTo>
                </a:path>
              </a:pathLst>
            </a:custGeom>
            <a:noFill/>
            <a:ln w="38100" cap="rnd">
              <a:solidFill>
                <a:srgbClr val="262626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365">
                <a:cs typeface="+mn-ea"/>
                <a:sym typeface="+mn-lt"/>
              </a:endParaRPr>
            </a:p>
          </p:txBody>
        </p:sp>
        <p:sp>
          <p:nvSpPr>
            <p:cNvPr id="38" name="任意多边形 19"/>
            <p:cNvSpPr/>
            <p:nvPr/>
          </p:nvSpPr>
          <p:spPr>
            <a:xfrm rot="20279529">
              <a:off x="2492797" y="4489568"/>
              <a:ext cx="71293" cy="50292"/>
            </a:xfrm>
            <a:custGeom>
              <a:avLst/>
              <a:gdLst>
                <a:gd name="connsiteX0" fmla="*/ 0 w 145605"/>
                <a:gd name="connsiteY0" fmla="*/ 221320 h 221320"/>
                <a:gd name="connsiteX1" fmla="*/ 66978 w 145605"/>
                <a:gd name="connsiteY1" fmla="*/ 107748 h 221320"/>
                <a:gd name="connsiteX2" fmla="*/ 145605 w 145605"/>
                <a:gd name="connsiteY2" fmla="*/ 0 h 221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5605" h="221320">
                  <a:moveTo>
                    <a:pt x="0" y="221320"/>
                  </a:moveTo>
                  <a:cubicBezTo>
                    <a:pt x="21355" y="182977"/>
                    <a:pt x="42711" y="144635"/>
                    <a:pt x="66978" y="107748"/>
                  </a:cubicBezTo>
                  <a:cubicBezTo>
                    <a:pt x="91245" y="70861"/>
                    <a:pt x="118425" y="35430"/>
                    <a:pt x="145605" y="0"/>
                  </a:cubicBezTo>
                </a:path>
              </a:pathLst>
            </a:custGeom>
            <a:noFill/>
            <a:ln w="38100" cap="rnd">
              <a:solidFill>
                <a:srgbClr val="262626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365">
                <a:cs typeface="+mn-ea"/>
                <a:sym typeface="+mn-lt"/>
              </a:endParaRPr>
            </a:p>
          </p:txBody>
        </p:sp>
        <p:sp>
          <p:nvSpPr>
            <p:cNvPr id="39" name="任意多边形 20"/>
            <p:cNvSpPr/>
            <p:nvPr/>
          </p:nvSpPr>
          <p:spPr>
            <a:xfrm rot="20279529">
              <a:off x="2118578" y="4584242"/>
              <a:ext cx="149665" cy="78198"/>
            </a:xfrm>
            <a:custGeom>
              <a:avLst/>
              <a:gdLst>
                <a:gd name="connsiteX0" fmla="*/ 0 w 145605"/>
                <a:gd name="connsiteY0" fmla="*/ 221320 h 221320"/>
                <a:gd name="connsiteX1" fmla="*/ 66978 w 145605"/>
                <a:gd name="connsiteY1" fmla="*/ 107748 h 221320"/>
                <a:gd name="connsiteX2" fmla="*/ 145605 w 145605"/>
                <a:gd name="connsiteY2" fmla="*/ 0 h 221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5605" h="221320">
                  <a:moveTo>
                    <a:pt x="0" y="221320"/>
                  </a:moveTo>
                  <a:cubicBezTo>
                    <a:pt x="21355" y="182977"/>
                    <a:pt x="42711" y="144635"/>
                    <a:pt x="66978" y="107748"/>
                  </a:cubicBezTo>
                  <a:cubicBezTo>
                    <a:pt x="91245" y="70861"/>
                    <a:pt x="118425" y="35430"/>
                    <a:pt x="145605" y="0"/>
                  </a:cubicBezTo>
                </a:path>
              </a:pathLst>
            </a:custGeom>
            <a:noFill/>
            <a:ln w="38100" cap="rnd">
              <a:solidFill>
                <a:srgbClr val="262626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365">
                <a:cs typeface="+mn-ea"/>
                <a:sym typeface="+mn-lt"/>
              </a:endParaRPr>
            </a:p>
          </p:txBody>
        </p:sp>
        <p:sp>
          <p:nvSpPr>
            <p:cNvPr id="40" name="任意多边形 21"/>
            <p:cNvSpPr/>
            <p:nvPr/>
          </p:nvSpPr>
          <p:spPr>
            <a:xfrm rot="20279529">
              <a:off x="2127492" y="4608653"/>
              <a:ext cx="255388" cy="139142"/>
            </a:xfrm>
            <a:custGeom>
              <a:avLst/>
              <a:gdLst>
                <a:gd name="connsiteX0" fmla="*/ 0 w 145605"/>
                <a:gd name="connsiteY0" fmla="*/ 221320 h 221320"/>
                <a:gd name="connsiteX1" fmla="*/ 66978 w 145605"/>
                <a:gd name="connsiteY1" fmla="*/ 107748 h 221320"/>
                <a:gd name="connsiteX2" fmla="*/ 145605 w 145605"/>
                <a:gd name="connsiteY2" fmla="*/ 0 h 221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5605" h="221320">
                  <a:moveTo>
                    <a:pt x="0" y="221320"/>
                  </a:moveTo>
                  <a:cubicBezTo>
                    <a:pt x="21355" y="182977"/>
                    <a:pt x="42711" y="144635"/>
                    <a:pt x="66978" y="107748"/>
                  </a:cubicBezTo>
                  <a:cubicBezTo>
                    <a:pt x="91245" y="70861"/>
                    <a:pt x="118425" y="35430"/>
                    <a:pt x="145605" y="0"/>
                  </a:cubicBezTo>
                </a:path>
              </a:pathLst>
            </a:custGeom>
            <a:noFill/>
            <a:ln w="38100" cap="rnd">
              <a:solidFill>
                <a:srgbClr val="262626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365">
                <a:cs typeface="+mn-ea"/>
                <a:sym typeface="+mn-lt"/>
              </a:endParaRPr>
            </a:p>
          </p:txBody>
        </p:sp>
        <p:sp>
          <p:nvSpPr>
            <p:cNvPr id="41" name="任意多边形 22"/>
            <p:cNvSpPr/>
            <p:nvPr/>
          </p:nvSpPr>
          <p:spPr>
            <a:xfrm rot="20279529">
              <a:off x="2284593" y="4709127"/>
              <a:ext cx="38604" cy="23656"/>
            </a:xfrm>
            <a:custGeom>
              <a:avLst/>
              <a:gdLst>
                <a:gd name="connsiteX0" fmla="*/ 0 w 145605"/>
                <a:gd name="connsiteY0" fmla="*/ 221320 h 221320"/>
                <a:gd name="connsiteX1" fmla="*/ 66978 w 145605"/>
                <a:gd name="connsiteY1" fmla="*/ 107748 h 221320"/>
                <a:gd name="connsiteX2" fmla="*/ 145605 w 145605"/>
                <a:gd name="connsiteY2" fmla="*/ 0 h 221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5605" h="221320">
                  <a:moveTo>
                    <a:pt x="0" y="221320"/>
                  </a:moveTo>
                  <a:cubicBezTo>
                    <a:pt x="21355" y="182977"/>
                    <a:pt x="42711" y="144635"/>
                    <a:pt x="66978" y="107748"/>
                  </a:cubicBezTo>
                  <a:cubicBezTo>
                    <a:pt x="91245" y="70861"/>
                    <a:pt x="118425" y="35430"/>
                    <a:pt x="145605" y="0"/>
                  </a:cubicBezTo>
                </a:path>
              </a:pathLst>
            </a:custGeom>
            <a:noFill/>
            <a:ln w="38100" cap="rnd">
              <a:solidFill>
                <a:srgbClr val="262626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365">
                <a:cs typeface="+mn-ea"/>
                <a:sym typeface="+mn-lt"/>
              </a:endParaRPr>
            </a:p>
          </p:txBody>
        </p:sp>
        <p:sp>
          <p:nvSpPr>
            <p:cNvPr id="42" name="任意多边形 23"/>
            <p:cNvSpPr/>
            <p:nvPr/>
          </p:nvSpPr>
          <p:spPr>
            <a:xfrm rot="20279529">
              <a:off x="2302799" y="4734812"/>
              <a:ext cx="38604" cy="23656"/>
            </a:xfrm>
            <a:custGeom>
              <a:avLst/>
              <a:gdLst>
                <a:gd name="connsiteX0" fmla="*/ 0 w 145605"/>
                <a:gd name="connsiteY0" fmla="*/ 221320 h 221320"/>
                <a:gd name="connsiteX1" fmla="*/ 66978 w 145605"/>
                <a:gd name="connsiteY1" fmla="*/ 107748 h 221320"/>
                <a:gd name="connsiteX2" fmla="*/ 145605 w 145605"/>
                <a:gd name="connsiteY2" fmla="*/ 0 h 221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5605" h="221320">
                  <a:moveTo>
                    <a:pt x="0" y="221320"/>
                  </a:moveTo>
                  <a:cubicBezTo>
                    <a:pt x="21355" y="182977"/>
                    <a:pt x="42711" y="144635"/>
                    <a:pt x="66978" y="107748"/>
                  </a:cubicBezTo>
                  <a:cubicBezTo>
                    <a:pt x="91245" y="70861"/>
                    <a:pt x="118425" y="35430"/>
                    <a:pt x="145605" y="0"/>
                  </a:cubicBezTo>
                </a:path>
              </a:pathLst>
            </a:custGeom>
            <a:noFill/>
            <a:ln w="38100" cap="rnd">
              <a:solidFill>
                <a:srgbClr val="262626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365">
                <a:cs typeface="+mn-ea"/>
                <a:sym typeface="+mn-lt"/>
              </a:endParaRPr>
            </a:p>
          </p:txBody>
        </p:sp>
      </p:grpSp>
      <p:sp>
        <p:nvSpPr>
          <p:cNvPr id="6" name="Text Box 5"/>
          <p:cNvSpPr txBox="1"/>
          <p:nvPr/>
        </p:nvSpPr>
        <p:spPr>
          <a:xfrm>
            <a:off x="1710690" y="608330"/>
            <a:ext cx="424370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 sz="4000" b="1">
                <a:solidFill>
                  <a:schemeClr val="bg1">
                    <a:lumMod val="65000"/>
                  </a:schemeClr>
                </a:solidFill>
              </a:rPr>
              <a:t>Benefits </a:t>
            </a:r>
            <a:endParaRPr lang="en-US" altLang="en-GB" sz="4000" b="1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3" name="图片 46"/>
          <p:cNvPicPr>
            <a:picLocks noChangeAspect="1"/>
          </p:cNvPicPr>
          <p:nvPr>
            <p:custDataLst>
              <p:tags r:id="rId2"/>
            </p:custDataLst>
          </p:nvPr>
        </p:nvPicPr>
        <p:blipFill rotWithShape="1">
          <a:blip r:embed="rId3" cstate="screen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319" t="4119" r="21347" b="66107"/>
          <a:stretch>
            <a:fillRect/>
          </a:stretch>
        </p:blipFill>
        <p:spPr>
          <a:xfrm>
            <a:off x="791845" y="326390"/>
            <a:ext cx="492125" cy="1228090"/>
          </a:xfrm>
          <a:prstGeom prst="rect">
            <a:avLst/>
          </a:prstGeom>
        </p:spPr>
      </p:pic>
      <p:sp>
        <p:nvSpPr>
          <p:cNvPr id="7" name="Text Box 6"/>
          <p:cNvSpPr txBox="1"/>
          <p:nvPr/>
        </p:nvSpPr>
        <p:spPr>
          <a:xfrm>
            <a:off x="1556385" y="1265555"/>
            <a:ext cx="8573770" cy="35979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 sz="3200">
                <a:solidFill>
                  <a:schemeClr val="bg1">
                    <a:lumMod val="65000"/>
                  </a:schemeClr>
                </a:solidFill>
              </a:rPr>
              <a:t>Better decision-making : helps make informed decisions using data.</a:t>
            </a:r>
            <a:endParaRPr lang="en-US" altLang="en-GB" sz="3200">
              <a:solidFill>
                <a:schemeClr val="bg1">
                  <a:lumMod val="6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 sz="3200">
                <a:solidFill>
                  <a:schemeClr val="bg1">
                    <a:lumMod val="65000"/>
                  </a:schemeClr>
                </a:solidFill>
              </a:rPr>
              <a:t>Identifies trends : reveals patterns and changes in data.</a:t>
            </a:r>
            <a:endParaRPr lang="en-US" altLang="en-GB" sz="3200">
              <a:solidFill>
                <a:schemeClr val="bg1">
                  <a:lumMod val="6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 sz="3200">
                <a:solidFill>
                  <a:schemeClr val="bg1">
                    <a:lumMod val="65000"/>
                  </a:schemeClr>
                </a:solidFill>
              </a:rPr>
              <a:t>Reduces costs : helps identify unnecessary expenses and waste.</a:t>
            </a:r>
            <a:endParaRPr lang="en-US" altLang="en-GB" sz="3200">
              <a:solidFill>
                <a:schemeClr val="bg1">
                  <a:lumMod val="6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 sz="3200">
                <a:solidFill>
                  <a:schemeClr val="bg1">
                    <a:lumMod val="65000"/>
                  </a:schemeClr>
                </a:solidFill>
              </a:rPr>
              <a:t>Improves efficiency : identifies ways to make processes faster and better.</a:t>
            </a:r>
            <a:endParaRPr lang="en-US" altLang="en-GB" sz="3200">
              <a:solidFill>
                <a:schemeClr val="bg1">
                  <a:lumMod val="6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 sz="3200">
                <a:solidFill>
                  <a:schemeClr val="bg1">
                    <a:lumMod val="65000"/>
                  </a:schemeClr>
                </a:solidFill>
              </a:rPr>
              <a:t>Increases revenue : helps identify profitable opportunities and customer behavior.</a:t>
            </a:r>
            <a:endParaRPr lang="en-US" altLang="en-GB" sz="3200">
              <a:solidFill>
                <a:schemeClr val="bg1">
                  <a:lumMod val="65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>
        <p:pull/>
      </p:transition>
    </mc:Choice>
    <mc:Fallback>
      <p:transition spd="med">
        <p:pull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图文框 10"/>
          <p:cNvSpPr/>
          <p:nvPr/>
        </p:nvSpPr>
        <p:spPr>
          <a:xfrm>
            <a:off x="0" y="0"/>
            <a:ext cx="12192000" cy="6857999"/>
          </a:xfrm>
          <a:prstGeom prst="frame">
            <a:avLst>
              <a:gd name="adj1" fmla="val 3750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 rotWithShape="1">
          <a:blip r:embed="rId1" cstate="screen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270" t="64861" r="8095" b="5972"/>
          <a:stretch>
            <a:fillRect/>
          </a:stretch>
        </p:blipFill>
        <p:spPr>
          <a:xfrm>
            <a:off x="5432425" y="2037715"/>
            <a:ext cx="619760" cy="1903730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4297680" y="3898900"/>
            <a:ext cx="3596005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2800">
                <a:latin typeface="Segoe UI" panose="020B0502040204020203" pitchFamily="34" charset="0"/>
                <a:cs typeface="Segoe UI" panose="020B0502040204020203" pitchFamily="34" charset="0"/>
              </a:rPr>
              <a:t>Tools for Data Analytics </a:t>
            </a:r>
            <a:endParaRPr lang="en-US" altLang="zh-CN" sz="28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11673205" y="-102362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GB" altLang="en-US"/>
          </a:p>
        </p:txBody>
      </p:sp>
      <p:pic>
        <p:nvPicPr>
          <p:cNvPr id="46" name="图片 45"/>
          <p:cNvPicPr>
            <a:picLocks noChangeAspect="1"/>
          </p:cNvPicPr>
          <p:nvPr>
            <p:custDataLst>
              <p:tags r:id="rId2"/>
            </p:custDataLst>
          </p:nvPr>
        </p:nvPicPr>
        <p:blipFill rotWithShape="1">
          <a:blip r:embed="rId3" cstate="screen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219" t="34676" r="59632" b="35550"/>
          <a:stretch>
            <a:fillRect/>
          </a:stretch>
        </p:blipFill>
        <p:spPr>
          <a:xfrm>
            <a:off x="6052185" y="2037715"/>
            <a:ext cx="554355" cy="17875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>
        <p:pull/>
      </p:transition>
    </mc:Choice>
    <mc:Fallback>
      <p:transition spd="med">
        <p:pull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454785" y="1378585"/>
            <a:ext cx="8626475" cy="501777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prstClr val="black">
                  <a:lumMod val="75000"/>
                  <a:lumOff val="25000"/>
                </a:prstClr>
              </a:solidFill>
              <a:cs typeface="+mn-ea"/>
              <a:sym typeface="+mn-lt"/>
            </a:endParaRPr>
          </a:p>
          <a:p>
            <a:pPr algn="ctr">
              <a:lnSpc>
                <a:spcPct val="120000"/>
              </a:lnSpc>
            </a:pPr>
            <a:endParaRPr lang="zh-CN" altLang="en-US" sz="1400" dirty="0">
              <a:solidFill>
                <a:prstClr val="black">
                  <a:lumMod val="75000"/>
                  <a:lumOff val="25000"/>
                </a:prstClr>
              </a:solidFill>
              <a:cs typeface="+mn-ea"/>
              <a:sym typeface="+mn-lt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 rotWithShape="1">
          <a:blip r:embed="rId1" cstate="screen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270" t="64861" r="8095" b="5972"/>
          <a:stretch>
            <a:fillRect/>
          </a:stretch>
        </p:blipFill>
        <p:spPr>
          <a:xfrm>
            <a:off x="419735" y="399415"/>
            <a:ext cx="415290" cy="1235710"/>
          </a:xfrm>
          <a:prstGeom prst="rect">
            <a:avLst/>
          </a:prstGeom>
        </p:spPr>
      </p:pic>
      <p:sp>
        <p:nvSpPr>
          <p:cNvPr id="17" name="图文框 16"/>
          <p:cNvSpPr/>
          <p:nvPr/>
        </p:nvSpPr>
        <p:spPr>
          <a:xfrm>
            <a:off x="0" y="0"/>
            <a:ext cx="12192000" cy="6857999"/>
          </a:xfrm>
          <a:prstGeom prst="frame">
            <a:avLst>
              <a:gd name="adj1" fmla="val 3750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grpSp>
        <p:nvGrpSpPr>
          <p:cNvPr id="19" name="组合 18"/>
          <p:cNvGrpSpPr/>
          <p:nvPr/>
        </p:nvGrpSpPr>
        <p:grpSpPr>
          <a:xfrm rot="377494">
            <a:off x="10148570" y="320040"/>
            <a:ext cx="1728470" cy="1734820"/>
            <a:chOff x="2118578" y="4342666"/>
            <a:chExt cx="672245" cy="680979"/>
          </a:xfrm>
        </p:grpSpPr>
        <p:grpSp>
          <p:nvGrpSpPr>
            <p:cNvPr id="25" name="组合 24"/>
            <p:cNvGrpSpPr/>
            <p:nvPr/>
          </p:nvGrpSpPr>
          <p:grpSpPr>
            <a:xfrm>
              <a:off x="2124537" y="4342666"/>
              <a:ext cx="641610" cy="680979"/>
              <a:chOff x="2124539" y="4342651"/>
              <a:chExt cx="641611" cy="680977"/>
            </a:xfrm>
          </p:grpSpPr>
          <p:sp>
            <p:nvSpPr>
              <p:cNvPr id="43" name="任意多边形 24"/>
              <p:cNvSpPr/>
              <p:nvPr/>
            </p:nvSpPr>
            <p:spPr>
              <a:xfrm>
                <a:off x="2124539" y="4342651"/>
                <a:ext cx="641611" cy="680977"/>
              </a:xfrm>
              <a:custGeom>
                <a:avLst/>
                <a:gdLst>
                  <a:gd name="connsiteX0" fmla="*/ 63 w 140138"/>
                  <a:gd name="connsiteY0" fmla="*/ 65738 h 154344"/>
                  <a:gd name="connsiteX1" fmla="*/ 62928 w 140138"/>
                  <a:gd name="connsiteY1" fmla="*/ 16 h 154344"/>
                  <a:gd name="connsiteX2" fmla="*/ 140080 w 140138"/>
                  <a:gd name="connsiteY2" fmla="*/ 71453 h 154344"/>
                  <a:gd name="connsiteX3" fmla="*/ 74358 w 140138"/>
                  <a:gd name="connsiteY3" fmla="*/ 154321 h 154344"/>
                  <a:gd name="connsiteX4" fmla="*/ 63 w 140138"/>
                  <a:gd name="connsiteY4" fmla="*/ 65738 h 154344"/>
                  <a:gd name="connsiteX0-1" fmla="*/ 63 w 140227"/>
                  <a:gd name="connsiteY0-2" fmla="*/ 65738 h 154534"/>
                  <a:gd name="connsiteX1-3" fmla="*/ 62928 w 140227"/>
                  <a:gd name="connsiteY1-4" fmla="*/ 16 h 154534"/>
                  <a:gd name="connsiteX2-5" fmla="*/ 140080 w 140227"/>
                  <a:gd name="connsiteY2-6" fmla="*/ 71453 h 154534"/>
                  <a:gd name="connsiteX3-7" fmla="*/ 74358 w 140227"/>
                  <a:gd name="connsiteY3-8" fmla="*/ 154321 h 154534"/>
                  <a:gd name="connsiteX4-9" fmla="*/ 63 w 140227"/>
                  <a:gd name="connsiteY4-10" fmla="*/ 65738 h 154534"/>
                  <a:gd name="connsiteX0-11" fmla="*/ 63 w 140227"/>
                  <a:gd name="connsiteY0-12" fmla="*/ 65738 h 154534"/>
                  <a:gd name="connsiteX1-13" fmla="*/ 62928 w 140227"/>
                  <a:gd name="connsiteY1-14" fmla="*/ 16 h 154534"/>
                  <a:gd name="connsiteX2-15" fmla="*/ 140080 w 140227"/>
                  <a:gd name="connsiteY2-16" fmla="*/ 71453 h 154534"/>
                  <a:gd name="connsiteX3-17" fmla="*/ 74358 w 140227"/>
                  <a:gd name="connsiteY3-18" fmla="*/ 154321 h 154534"/>
                  <a:gd name="connsiteX4-19" fmla="*/ 63 w 140227"/>
                  <a:gd name="connsiteY4-20" fmla="*/ 65738 h 154534"/>
                  <a:gd name="connsiteX0-21" fmla="*/ 178 w 140342"/>
                  <a:gd name="connsiteY0-22" fmla="*/ 65738 h 154534"/>
                  <a:gd name="connsiteX1-23" fmla="*/ 63043 w 140342"/>
                  <a:gd name="connsiteY1-24" fmla="*/ 16 h 154534"/>
                  <a:gd name="connsiteX2-25" fmla="*/ 140195 w 140342"/>
                  <a:gd name="connsiteY2-26" fmla="*/ 71453 h 154534"/>
                  <a:gd name="connsiteX3-27" fmla="*/ 74473 w 140342"/>
                  <a:gd name="connsiteY3-28" fmla="*/ 154321 h 154534"/>
                  <a:gd name="connsiteX4-29" fmla="*/ 178 w 140342"/>
                  <a:gd name="connsiteY4-30" fmla="*/ 65738 h 154534"/>
                  <a:gd name="connsiteX0-31" fmla="*/ 178 w 140342"/>
                  <a:gd name="connsiteY0-32" fmla="*/ 65740 h 154536"/>
                  <a:gd name="connsiteX1-33" fmla="*/ 63043 w 140342"/>
                  <a:gd name="connsiteY1-34" fmla="*/ 18 h 154536"/>
                  <a:gd name="connsiteX2-35" fmla="*/ 140195 w 140342"/>
                  <a:gd name="connsiteY2-36" fmla="*/ 71455 h 154536"/>
                  <a:gd name="connsiteX3-37" fmla="*/ 74473 w 140342"/>
                  <a:gd name="connsiteY3-38" fmla="*/ 154323 h 154536"/>
                  <a:gd name="connsiteX4-39" fmla="*/ 178 w 140342"/>
                  <a:gd name="connsiteY4-40" fmla="*/ 65740 h 154536"/>
                  <a:gd name="connsiteX0-41" fmla="*/ 9 w 140173"/>
                  <a:gd name="connsiteY0-42" fmla="*/ 71451 h 160247"/>
                  <a:gd name="connsiteX1-43" fmla="*/ 71446 w 140173"/>
                  <a:gd name="connsiteY1-44" fmla="*/ 14 h 160247"/>
                  <a:gd name="connsiteX2-45" fmla="*/ 140026 w 140173"/>
                  <a:gd name="connsiteY2-46" fmla="*/ 77166 h 160247"/>
                  <a:gd name="connsiteX3-47" fmla="*/ 74304 w 140173"/>
                  <a:gd name="connsiteY3-48" fmla="*/ 160034 h 160247"/>
                  <a:gd name="connsiteX4-49" fmla="*/ 9 w 140173"/>
                  <a:gd name="connsiteY4-50" fmla="*/ 71451 h 160247"/>
                  <a:gd name="connsiteX0-51" fmla="*/ 9 w 140173"/>
                  <a:gd name="connsiteY0-52" fmla="*/ 71451 h 148862"/>
                  <a:gd name="connsiteX1-53" fmla="*/ 71446 w 140173"/>
                  <a:gd name="connsiteY1-54" fmla="*/ 14 h 148862"/>
                  <a:gd name="connsiteX2-55" fmla="*/ 140026 w 140173"/>
                  <a:gd name="connsiteY2-56" fmla="*/ 77166 h 148862"/>
                  <a:gd name="connsiteX3-57" fmla="*/ 74304 w 140173"/>
                  <a:gd name="connsiteY3-58" fmla="*/ 148604 h 148862"/>
                  <a:gd name="connsiteX4-59" fmla="*/ 9 w 140173"/>
                  <a:gd name="connsiteY4-60" fmla="*/ 71451 h 148862"/>
                  <a:gd name="connsiteX0-61" fmla="*/ 9 w 141024"/>
                  <a:gd name="connsiteY0-62" fmla="*/ 71451 h 148862"/>
                  <a:gd name="connsiteX1-63" fmla="*/ 71446 w 141024"/>
                  <a:gd name="connsiteY1-64" fmla="*/ 14 h 148862"/>
                  <a:gd name="connsiteX2-65" fmla="*/ 140026 w 141024"/>
                  <a:gd name="connsiteY2-66" fmla="*/ 77166 h 148862"/>
                  <a:gd name="connsiteX3-67" fmla="*/ 74304 w 141024"/>
                  <a:gd name="connsiteY3-68" fmla="*/ 148604 h 148862"/>
                  <a:gd name="connsiteX4-69" fmla="*/ 9 w 141024"/>
                  <a:gd name="connsiteY4-70" fmla="*/ 71451 h 148862"/>
                  <a:gd name="connsiteX0-71" fmla="*/ 9 w 140173"/>
                  <a:gd name="connsiteY0-72" fmla="*/ 71451 h 148862"/>
                  <a:gd name="connsiteX1-73" fmla="*/ 71446 w 140173"/>
                  <a:gd name="connsiteY1-74" fmla="*/ 14 h 148862"/>
                  <a:gd name="connsiteX2-75" fmla="*/ 140026 w 140173"/>
                  <a:gd name="connsiteY2-76" fmla="*/ 77166 h 148862"/>
                  <a:gd name="connsiteX3-77" fmla="*/ 74304 w 140173"/>
                  <a:gd name="connsiteY3-78" fmla="*/ 148604 h 148862"/>
                  <a:gd name="connsiteX4-79" fmla="*/ 9 w 140173"/>
                  <a:gd name="connsiteY4-80" fmla="*/ 71451 h 148862"/>
                  <a:gd name="connsiteX0-81" fmla="*/ 9 w 140257"/>
                  <a:gd name="connsiteY0-82" fmla="*/ 71451 h 148862"/>
                  <a:gd name="connsiteX1-83" fmla="*/ 71446 w 140257"/>
                  <a:gd name="connsiteY1-84" fmla="*/ 14 h 148862"/>
                  <a:gd name="connsiteX2-85" fmla="*/ 140026 w 140257"/>
                  <a:gd name="connsiteY2-86" fmla="*/ 77166 h 148862"/>
                  <a:gd name="connsiteX3-87" fmla="*/ 74304 w 140257"/>
                  <a:gd name="connsiteY3-88" fmla="*/ 148604 h 148862"/>
                  <a:gd name="connsiteX4-89" fmla="*/ 9 w 140257"/>
                  <a:gd name="connsiteY4-90" fmla="*/ 71451 h 148862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</a:cxnLst>
                <a:rect l="l" t="t" r="r" b="b"/>
                <a:pathLst>
                  <a:path w="140257" h="148862">
                    <a:moveTo>
                      <a:pt x="9" y="71451"/>
                    </a:moveTo>
                    <a:cubicBezTo>
                      <a:pt x="-467" y="46686"/>
                      <a:pt x="19535" y="-938"/>
                      <a:pt x="71446" y="14"/>
                    </a:cubicBezTo>
                    <a:cubicBezTo>
                      <a:pt x="123357" y="966"/>
                      <a:pt x="142638" y="44242"/>
                      <a:pt x="140026" y="77166"/>
                    </a:cubicBezTo>
                    <a:cubicBezTo>
                      <a:pt x="141931" y="102883"/>
                      <a:pt x="125739" y="152890"/>
                      <a:pt x="74304" y="148604"/>
                    </a:cubicBezTo>
                    <a:cubicBezTo>
                      <a:pt x="22869" y="144318"/>
                      <a:pt x="485" y="96216"/>
                      <a:pt x="9" y="71451"/>
                    </a:cubicBezTo>
                    <a:close/>
                  </a:path>
                </a:pathLst>
              </a:custGeom>
              <a:noFill/>
              <a:ln w="38100" cap="rnd">
                <a:solidFill>
                  <a:srgbClr val="262626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365">
                  <a:cs typeface="+mn-ea"/>
                  <a:sym typeface="+mn-lt"/>
                </a:endParaRPr>
              </a:p>
            </p:txBody>
          </p:sp>
          <p:sp>
            <p:nvSpPr>
              <p:cNvPr id="44" name="任意多边形 25"/>
              <p:cNvSpPr/>
              <p:nvPr/>
            </p:nvSpPr>
            <p:spPr>
              <a:xfrm>
                <a:off x="2176934" y="4495047"/>
                <a:ext cx="227805" cy="371040"/>
              </a:xfrm>
              <a:custGeom>
                <a:avLst/>
                <a:gdLst>
                  <a:gd name="connsiteX0" fmla="*/ 131483 w 768692"/>
                  <a:gd name="connsiteY0" fmla="*/ 0 h 962212"/>
                  <a:gd name="connsiteX1" fmla="*/ 394448 w 768692"/>
                  <a:gd name="connsiteY1" fmla="*/ 197223 h 962212"/>
                  <a:gd name="connsiteX2" fmla="*/ 621553 w 768692"/>
                  <a:gd name="connsiteY2" fmla="*/ 137459 h 962212"/>
                  <a:gd name="connsiteX3" fmla="*/ 764989 w 768692"/>
                  <a:gd name="connsiteY3" fmla="*/ 472141 h 962212"/>
                  <a:gd name="connsiteX4" fmla="*/ 472142 w 768692"/>
                  <a:gd name="connsiteY4" fmla="*/ 531906 h 962212"/>
                  <a:gd name="connsiteX5" fmla="*/ 591671 w 768692"/>
                  <a:gd name="connsiteY5" fmla="*/ 770965 h 962212"/>
                  <a:gd name="connsiteX6" fmla="*/ 442259 w 768692"/>
                  <a:gd name="connsiteY6" fmla="*/ 806823 h 962212"/>
                  <a:gd name="connsiteX7" fmla="*/ 352612 w 768692"/>
                  <a:gd name="connsiteY7" fmla="*/ 693271 h 962212"/>
                  <a:gd name="connsiteX8" fmla="*/ 197224 w 768692"/>
                  <a:gd name="connsiteY8" fmla="*/ 878541 h 962212"/>
                  <a:gd name="connsiteX9" fmla="*/ 0 w 768692"/>
                  <a:gd name="connsiteY9" fmla="*/ 962212 h 962212"/>
                  <a:gd name="connsiteX0-1" fmla="*/ 61103 w 698312"/>
                  <a:gd name="connsiteY0-2" fmla="*/ 0 h 1082820"/>
                  <a:gd name="connsiteX1-3" fmla="*/ 324068 w 698312"/>
                  <a:gd name="connsiteY1-4" fmla="*/ 197223 h 1082820"/>
                  <a:gd name="connsiteX2-5" fmla="*/ 551173 w 698312"/>
                  <a:gd name="connsiteY2-6" fmla="*/ 137459 h 1082820"/>
                  <a:gd name="connsiteX3-7" fmla="*/ 694609 w 698312"/>
                  <a:gd name="connsiteY3-8" fmla="*/ 472141 h 1082820"/>
                  <a:gd name="connsiteX4-9" fmla="*/ 401762 w 698312"/>
                  <a:gd name="connsiteY4-10" fmla="*/ 531906 h 1082820"/>
                  <a:gd name="connsiteX5-11" fmla="*/ 521291 w 698312"/>
                  <a:gd name="connsiteY5-12" fmla="*/ 770965 h 1082820"/>
                  <a:gd name="connsiteX6-13" fmla="*/ 371879 w 698312"/>
                  <a:gd name="connsiteY6-14" fmla="*/ 806823 h 1082820"/>
                  <a:gd name="connsiteX7-15" fmla="*/ 282232 w 698312"/>
                  <a:gd name="connsiteY7-16" fmla="*/ 693271 h 1082820"/>
                  <a:gd name="connsiteX8-17" fmla="*/ 126844 w 698312"/>
                  <a:gd name="connsiteY8-18" fmla="*/ 878541 h 1082820"/>
                  <a:gd name="connsiteX9-19" fmla="*/ 0 w 698312"/>
                  <a:gd name="connsiteY9-20" fmla="*/ 1082820 h 1082820"/>
                  <a:gd name="connsiteX0-21" fmla="*/ 61103 w 698312"/>
                  <a:gd name="connsiteY0-22" fmla="*/ 0 h 1082820"/>
                  <a:gd name="connsiteX1-23" fmla="*/ 324068 w 698312"/>
                  <a:gd name="connsiteY1-24" fmla="*/ 197223 h 1082820"/>
                  <a:gd name="connsiteX2-25" fmla="*/ 551173 w 698312"/>
                  <a:gd name="connsiteY2-26" fmla="*/ 137459 h 1082820"/>
                  <a:gd name="connsiteX3-27" fmla="*/ 694609 w 698312"/>
                  <a:gd name="connsiteY3-28" fmla="*/ 472141 h 1082820"/>
                  <a:gd name="connsiteX4-29" fmla="*/ 401762 w 698312"/>
                  <a:gd name="connsiteY4-30" fmla="*/ 531906 h 1082820"/>
                  <a:gd name="connsiteX5-31" fmla="*/ 521291 w 698312"/>
                  <a:gd name="connsiteY5-32" fmla="*/ 770965 h 1082820"/>
                  <a:gd name="connsiteX6-33" fmla="*/ 371879 w 698312"/>
                  <a:gd name="connsiteY6-34" fmla="*/ 806823 h 1082820"/>
                  <a:gd name="connsiteX7-35" fmla="*/ 282232 w 698312"/>
                  <a:gd name="connsiteY7-36" fmla="*/ 693271 h 1082820"/>
                  <a:gd name="connsiteX8-37" fmla="*/ 176111 w 698312"/>
                  <a:gd name="connsiteY8-38" fmla="*/ 905342 h 1082820"/>
                  <a:gd name="connsiteX9-39" fmla="*/ 0 w 698312"/>
                  <a:gd name="connsiteY9-40" fmla="*/ 1082820 h 1082820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  <a:cxn ang="0">
                    <a:pos x="connsiteX5-11" y="connsiteY5-12"/>
                  </a:cxn>
                  <a:cxn ang="0">
                    <a:pos x="connsiteX6-13" y="connsiteY6-14"/>
                  </a:cxn>
                  <a:cxn ang="0">
                    <a:pos x="connsiteX7-15" y="connsiteY7-16"/>
                  </a:cxn>
                  <a:cxn ang="0">
                    <a:pos x="connsiteX8-17" y="connsiteY8-18"/>
                  </a:cxn>
                  <a:cxn ang="0">
                    <a:pos x="connsiteX9-19" y="connsiteY9-20"/>
                  </a:cxn>
                </a:cxnLst>
                <a:rect l="l" t="t" r="r" b="b"/>
                <a:pathLst>
                  <a:path w="698312" h="1082820">
                    <a:moveTo>
                      <a:pt x="61103" y="0"/>
                    </a:moveTo>
                    <a:cubicBezTo>
                      <a:pt x="151746" y="87156"/>
                      <a:pt x="242390" y="174313"/>
                      <a:pt x="324068" y="197223"/>
                    </a:cubicBezTo>
                    <a:cubicBezTo>
                      <a:pt x="405746" y="220133"/>
                      <a:pt x="489416" y="91639"/>
                      <a:pt x="551173" y="137459"/>
                    </a:cubicBezTo>
                    <a:cubicBezTo>
                      <a:pt x="612930" y="183279"/>
                      <a:pt x="719511" y="406400"/>
                      <a:pt x="694609" y="472141"/>
                    </a:cubicBezTo>
                    <a:cubicBezTo>
                      <a:pt x="669707" y="537882"/>
                      <a:pt x="430648" y="482102"/>
                      <a:pt x="401762" y="531906"/>
                    </a:cubicBezTo>
                    <a:cubicBezTo>
                      <a:pt x="372876" y="581710"/>
                      <a:pt x="526272" y="725146"/>
                      <a:pt x="521291" y="770965"/>
                    </a:cubicBezTo>
                    <a:cubicBezTo>
                      <a:pt x="516311" y="816785"/>
                      <a:pt x="411722" y="819772"/>
                      <a:pt x="371879" y="806823"/>
                    </a:cubicBezTo>
                    <a:cubicBezTo>
                      <a:pt x="332036" y="793874"/>
                      <a:pt x="314860" y="676851"/>
                      <a:pt x="282232" y="693271"/>
                    </a:cubicBezTo>
                    <a:cubicBezTo>
                      <a:pt x="249604" y="709691"/>
                      <a:pt x="223150" y="840417"/>
                      <a:pt x="176111" y="905342"/>
                    </a:cubicBezTo>
                    <a:cubicBezTo>
                      <a:pt x="129072" y="970267"/>
                      <a:pt x="69227" y="1063396"/>
                      <a:pt x="0" y="1082820"/>
                    </a:cubicBezTo>
                  </a:path>
                </a:pathLst>
              </a:custGeom>
              <a:noFill/>
              <a:ln w="38100" cap="rnd">
                <a:solidFill>
                  <a:srgbClr val="262626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365">
                  <a:cs typeface="+mn-ea"/>
                  <a:sym typeface="+mn-lt"/>
                </a:endParaRPr>
              </a:p>
            </p:txBody>
          </p:sp>
          <p:sp>
            <p:nvSpPr>
              <p:cNvPr id="45" name="任意多边形 26"/>
              <p:cNvSpPr/>
              <p:nvPr/>
            </p:nvSpPr>
            <p:spPr>
              <a:xfrm>
                <a:off x="2353279" y="4809159"/>
                <a:ext cx="49757" cy="61548"/>
              </a:xfrm>
              <a:custGeom>
                <a:avLst/>
                <a:gdLst>
                  <a:gd name="connsiteX0" fmla="*/ 6763 w 126447"/>
                  <a:gd name="connsiteY0" fmla="*/ 18499 h 191822"/>
                  <a:gd name="connsiteX1" fmla="*/ 126292 w 126447"/>
                  <a:gd name="connsiteY1" fmla="*/ 24476 h 191822"/>
                  <a:gd name="connsiteX2" fmla="*/ 30669 w 126447"/>
                  <a:gd name="connsiteY2" fmla="*/ 191817 h 191822"/>
                  <a:gd name="connsiteX3" fmla="*/ 6763 w 126447"/>
                  <a:gd name="connsiteY3" fmla="*/ 18499 h 191822"/>
                  <a:gd name="connsiteX0-1" fmla="*/ 394 w 120595"/>
                  <a:gd name="connsiteY0-2" fmla="*/ 16500 h 159942"/>
                  <a:gd name="connsiteX1-3" fmla="*/ 119923 w 120595"/>
                  <a:gd name="connsiteY1-4" fmla="*/ 22477 h 159942"/>
                  <a:gd name="connsiteX2-5" fmla="*/ 84065 w 120595"/>
                  <a:gd name="connsiteY2-6" fmla="*/ 159936 h 159942"/>
                  <a:gd name="connsiteX3-7" fmla="*/ 394 w 120595"/>
                  <a:gd name="connsiteY3-8" fmla="*/ 16500 h 159942"/>
                  <a:gd name="connsiteX0-9" fmla="*/ 939 w 129518"/>
                  <a:gd name="connsiteY0-10" fmla="*/ 16500 h 160211"/>
                  <a:gd name="connsiteX1-11" fmla="*/ 120468 w 129518"/>
                  <a:gd name="connsiteY1-12" fmla="*/ 22477 h 160211"/>
                  <a:gd name="connsiteX2-13" fmla="*/ 84610 w 129518"/>
                  <a:gd name="connsiteY2-14" fmla="*/ 159936 h 160211"/>
                  <a:gd name="connsiteX3-15" fmla="*/ 939 w 129518"/>
                  <a:gd name="connsiteY3-16" fmla="*/ 16500 h 160211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</a:cxnLst>
                <a:rect l="l" t="t" r="r" b="b"/>
                <a:pathLst>
                  <a:path w="129518" h="160211">
                    <a:moveTo>
                      <a:pt x="939" y="16500"/>
                    </a:moveTo>
                    <a:cubicBezTo>
                      <a:pt x="6915" y="-6410"/>
                      <a:pt x="116484" y="-6409"/>
                      <a:pt x="120468" y="22477"/>
                    </a:cubicBezTo>
                    <a:cubicBezTo>
                      <a:pt x="124452" y="51363"/>
                      <a:pt x="152344" y="152964"/>
                      <a:pt x="84610" y="159936"/>
                    </a:cubicBezTo>
                    <a:cubicBezTo>
                      <a:pt x="16876" y="166908"/>
                      <a:pt x="-5037" y="39410"/>
                      <a:pt x="939" y="16500"/>
                    </a:cubicBezTo>
                    <a:close/>
                  </a:path>
                </a:pathLst>
              </a:custGeom>
              <a:noFill/>
              <a:ln w="38100" cap="rnd">
                <a:solidFill>
                  <a:srgbClr val="262626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365">
                  <a:cs typeface="+mn-ea"/>
                  <a:sym typeface="+mn-lt"/>
                </a:endParaRPr>
              </a:p>
            </p:txBody>
          </p:sp>
          <p:sp>
            <p:nvSpPr>
              <p:cNvPr id="46" name="任意多边形 27"/>
              <p:cNvSpPr/>
              <p:nvPr/>
            </p:nvSpPr>
            <p:spPr>
              <a:xfrm>
                <a:off x="2500518" y="4409062"/>
                <a:ext cx="255640" cy="461540"/>
              </a:xfrm>
              <a:custGeom>
                <a:avLst/>
                <a:gdLst>
                  <a:gd name="connsiteX0" fmla="*/ 420402 w 665437"/>
                  <a:gd name="connsiteY0" fmla="*/ 0 h 1201399"/>
                  <a:gd name="connsiteX1" fmla="*/ 181343 w 665437"/>
                  <a:gd name="connsiteY1" fmla="*/ 161365 h 1201399"/>
                  <a:gd name="connsiteX2" fmla="*/ 37908 w 665437"/>
                  <a:gd name="connsiteY2" fmla="*/ 173318 h 1201399"/>
                  <a:gd name="connsiteX3" fmla="*/ 2049 w 665437"/>
                  <a:gd name="connsiteY3" fmla="*/ 239059 h 1201399"/>
                  <a:gd name="connsiteX4" fmla="*/ 37908 w 665437"/>
                  <a:gd name="connsiteY4" fmla="*/ 579718 h 1201399"/>
                  <a:gd name="connsiteX5" fmla="*/ 306849 w 665437"/>
                  <a:gd name="connsiteY5" fmla="*/ 753036 h 1201399"/>
                  <a:gd name="connsiteX6" fmla="*/ 282943 w 665437"/>
                  <a:gd name="connsiteY6" fmla="*/ 926353 h 1201399"/>
                  <a:gd name="connsiteX7" fmla="*/ 336731 w 665437"/>
                  <a:gd name="connsiteY7" fmla="*/ 1093695 h 1201399"/>
                  <a:gd name="connsiteX8" fmla="*/ 306849 w 665437"/>
                  <a:gd name="connsiteY8" fmla="*/ 1201271 h 1201399"/>
                  <a:gd name="connsiteX9" fmla="*/ 408449 w 665437"/>
                  <a:gd name="connsiteY9" fmla="*/ 1111624 h 1201399"/>
                  <a:gd name="connsiteX10" fmla="*/ 444308 w 665437"/>
                  <a:gd name="connsiteY10" fmla="*/ 944283 h 1201399"/>
                  <a:gd name="connsiteX11" fmla="*/ 516025 w 665437"/>
                  <a:gd name="connsiteY11" fmla="*/ 818777 h 1201399"/>
                  <a:gd name="connsiteX12" fmla="*/ 665437 w 665437"/>
                  <a:gd name="connsiteY12" fmla="*/ 753036 h 12013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665437" h="1201399">
                    <a:moveTo>
                      <a:pt x="420402" y="0"/>
                    </a:moveTo>
                    <a:cubicBezTo>
                      <a:pt x="332747" y="66239"/>
                      <a:pt x="245092" y="132479"/>
                      <a:pt x="181343" y="161365"/>
                    </a:cubicBezTo>
                    <a:cubicBezTo>
                      <a:pt x="117594" y="190251"/>
                      <a:pt x="67790" y="160369"/>
                      <a:pt x="37908" y="173318"/>
                    </a:cubicBezTo>
                    <a:cubicBezTo>
                      <a:pt x="8026" y="186267"/>
                      <a:pt x="2049" y="171326"/>
                      <a:pt x="2049" y="239059"/>
                    </a:cubicBezTo>
                    <a:cubicBezTo>
                      <a:pt x="2049" y="306792"/>
                      <a:pt x="-12892" y="494055"/>
                      <a:pt x="37908" y="579718"/>
                    </a:cubicBezTo>
                    <a:cubicBezTo>
                      <a:pt x="88708" y="665381"/>
                      <a:pt x="266010" y="695264"/>
                      <a:pt x="306849" y="753036"/>
                    </a:cubicBezTo>
                    <a:cubicBezTo>
                      <a:pt x="347688" y="810808"/>
                      <a:pt x="277963" y="869577"/>
                      <a:pt x="282943" y="926353"/>
                    </a:cubicBezTo>
                    <a:cubicBezTo>
                      <a:pt x="287923" y="983129"/>
                      <a:pt x="332747" y="1047875"/>
                      <a:pt x="336731" y="1093695"/>
                    </a:cubicBezTo>
                    <a:cubicBezTo>
                      <a:pt x="340715" y="1139515"/>
                      <a:pt x="294896" y="1198283"/>
                      <a:pt x="306849" y="1201271"/>
                    </a:cubicBezTo>
                    <a:cubicBezTo>
                      <a:pt x="318802" y="1204259"/>
                      <a:pt x="385539" y="1154455"/>
                      <a:pt x="408449" y="1111624"/>
                    </a:cubicBezTo>
                    <a:cubicBezTo>
                      <a:pt x="431359" y="1068793"/>
                      <a:pt x="426379" y="993091"/>
                      <a:pt x="444308" y="944283"/>
                    </a:cubicBezTo>
                    <a:cubicBezTo>
                      <a:pt x="462237" y="895475"/>
                      <a:pt x="479170" y="850651"/>
                      <a:pt x="516025" y="818777"/>
                    </a:cubicBezTo>
                    <a:cubicBezTo>
                      <a:pt x="552880" y="786903"/>
                      <a:pt x="609158" y="769969"/>
                      <a:pt x="665437" y="753036"/>
                    </a:cubicBezTo>
                  </a:path>
                </a:pathLst>
              </a:custGeom>
              <a:noFill/>
              <a:ln w="38100" cap="rnd">
                <a:solidFill>
                  <a:srgbClr val="262626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365">
                  <a:cs typeface="+mn-ea"/>
                  <a:sym typeface="+mn-lt"/>
                </a:endParaRPr>
              </a:p>
            </p:txBody>
          </p:sp>
          <p:sp>
            <p:nvSpPr>
              <p:cNvPr id="47" name="任意多边形 28"/>
              <p:cNvSpPr/>
              <p:nvPr/>
            </p:nvSpPr>
            <p:spPr>
              <a:xfrm>
                <a:off x="2693191" y="4801426"/>
                <a:ext cx="48215" cy="91839"/>
              </a:xfrm>
              <a:custGeom>
                <a:avLst/>
                <a:gdLst>
                  <a:gd name="connsiteX0" fmla="*/ 125506 w 125506"/>
                  <a:gd name="connsiteY0" fmla="*/ 0 h 239059"/>
                  <a:gd name="connsiteX1" fmla="*/ 59765 w 125506"/>
                  <a:gd name="connsiteY1" fmla="*/ 23906 h 239059"/>
                  <a:gd name="connsiteX2" fmla="*/ 0 w 125506"/>
                  <a:gd name="connsiteY2" fmla="*/ 143435 h 239059"/>
                  <a:gd name="connsiteX3" fmla="*/ 59765 w 125506"/>
                  <a:gd name="connsiteY3" fmla="*/ 239059 h 2390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5506" h="239059">
                    <a:moveTo>
                      <a:pt x="125506" y="0"/>
                    </a:moveTo>
                    <a:cubicBezTo>
                      <a:pt x="103094" y="0"/>
                      <a:pt x="80683" y="0"/>
                      <a:pt x="59765" y="23906"/>
                    </a:cubicBezTo>
                    <a:cubicBezTo>
                      <a:pt x="38847" y="47812"/>
                      <a:pt x="0" y="107576"/>
                      <a:pt x="0" y="143435"/>
                    </a:cubicBezTo>
                    <a:cubicBezTo>
                      <a:pt x="0" y="179294"/>
                      <a:pt x="29882" y="209176"/>
                      <a:pt x="59765" y="239059"/>
                    </a:cubicBezTo>
                  </a:path>
                </a:pathLst>
              </a:custGeom>
              <a:noFill/>
              <a:ln w="38100" cap="rnd">
                <a:solidFill>
                  <a:srgbClr val="262626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365">
                  <a:cs typeface="+mn-ea"/>
                  <a:sym typeface="+mn-lt"/>
                </a:endParaRPr>
              </a:p>
            </p:txBody>
          </p:sp>
        </p:grpSp>
        <p:sp>
          <p:nvSpPr>
            <p:cNvPr id="26" name="任意多边形 7"/>
            <p:cNvSpPr/>
            <p:nvPr/>
          </p:nvSpPr>
          <p:spPr>
            <a:xfrm rot="20279529">
              <a:off x="2598986" y="4623585"/>
              <a:ext cx="174702" cy="83215"/>
            </a:xfrm>
            <a:custGeom>
              <a:avLst/>
              <a:gdLst>
                <a:gd name="connsiteX0" fmla="*/ 0 w 145605"/>
                <a:gd name="connsiteY0" fmla="*/ 221320 h 221320"/>
                <a:gd name="connsiteX1" fmla="*/ 66978 w 145605"/>
                <a:gd name="connsiteY1" fmla="*/ 107748 h 221320"/>
                <a:gd name="connsiteX2" fmla="*/ 145605 w 145605"/>
                <a:gd name="connsiteY2" fmla="*/ 0 h 221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5605" h="221320">
                  <a:moveTo>
                    <a:pt x="0" y="221320"/>
                  </a:moveTo>
                  <a:cubicBezTo>
                    <a:pt x="21355" y="182977"/>
                    <a:pt x="42711" y="144635"/>
                    <a:pt x="66978" y="107748"/>
                  </a:cubicBezTo>
                  <a:cubicBezTo>
                    <a:pt x="91245" y="70861"/>
                    <a:pt x="118425" y="35430"/>
                    <a:pt x="145605" y="0"/>
                  </a:cubicBezTo>
                </a:path>
              </a:pathLst>
            </a:custGeom>
            <a:noFill/>
            <a:ln w="38100" cap="rnd">
              <a:solidFill>
                <a:srgbClr val="262626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365">
                <a:cs typeface="+mn-ea"/>
                <a:sym typeface="+mn-lt"/>
              </a:endParaRPr>
            </a:p>
          </p:txBody>
        </p:sp>
        <p:sp>
          <p:nvSpPr>
            <p:cNvPr id="27" name="任意多边形 8"/>
            <p:cNvSpPr/>
            <p:nvPr/>
          </p:nvSpPr>
          <p:spPr>
            <a:xfrm rot="20279529">
              <a:off x="2479594" y="4480388"/>
              <a:ext cx="223342" cy="118799"/>
            </a:xfrm>
            <a:custGeom>
              <a:avLst/>
              <a:gdLst>
                <a:gd name="connsiteX0" fmla="*/ 0 w 145605"/>
                <a:gd name="connsiteY0" fmla="*/ 221320 h 221320"/>
                <a:gd name="connsiteX1" fmla="*/ 66978 w 145605"/>
                <a:gd name="connsiteY1" fmla="*/ 107748 h 221320"/>
                <a:gd name="connsiteX2" fmla="*/ 145605 w 145605"/>
                <a:gd name="connsiteY2" fmla="*/ 0 h 221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5605" h="221320">
                  <a:moveTo>
                    <a:pt x="0" y="221320"/>
                  </a:moveTo>
                  <a:cubicBezTo>
                    <a:pt x="21355" y="182977"/>
                    <a:pt x="42711" y="144635"/>
                    <a:pt x="66978" y="107748"/>
                  </a:cubicBezTo>
                  <a:cubicBezTo>
                    <a:pt x="91245" y="70861"/>
                    <a:pt x="118425" y="35430"/>
                    <a:pt x="145605" y="0"/>
                  </a:cubicBezTo>
                </a:path>
              </a:pathLst>
            </a:custGeom>
            <a:noFill/>
            <a:ln w="38100" cap="rnd">
              <a:solidFill>
                <a:srgbClr val="262626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365">
                <a:cs typeface="+mn-ea"/>
                <a:sym typeface="+mn-lt"/>
              </a:endParaRPr>
            </a:p>
          </p:txBody>
        </p:sp>
        <p:sp>
          <p:nvSpPr>
            <p:cNvPr id="28" name="任意多边形 9"/>
            <p:cNvSpPr/>
            <p:nvPr/>
          </p:nvSpPr>
          <p:spPr>
            <a:xfrm rot="20279529">
              <a:off x="2127432" y="4559080"/>
              <a:ext cx="113703" cy="55204"/>
            </a:xfrm>
            <a:custGeom>
              <a:avLst/>
              <a:gdLst>
                <a:gd name="connsiteX0" fmla="*/ 0 w 145605"/>
                <a:gd name="connsiteY0" fmla="*/ 221320 h 221320"/>
                <a:gd name="connsiteX1" fmla="*/ 66978 w 145605"/>
                <a:gd name="connsiteY1" fmla="*/ 107748 h 221320"/>
                <a:gd name="connsiteX2" fmla="*/ 145605 w 145605"/>
                <a:gd name="connsiteY2" fmla="*/ 0 h 221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5605" h="221320">
                  <a:moveTo>
                    <a:pt x="0" y="221320"/>
                  </a:moveTo>
                  <a:cubicBezTo>
                    <a:pt x="21355" y="182977"/>
                    <a:pt x="42711" y="144635"/>
                    <a:pt x="66978" y="107748"/>
                  </a:cubicBezTo>
                  <a:cubicBezTo>
                    <a:pt x="91245" y="70861"/>
                    <a:pt x="118425" y="35430"/>
                    <a:pt x="145605" y="0"/>
                  </a:cubicBezTo>
                </a:path>
              </a:pathLst>
            </a:custGeom>
            <a:noFill/>
            <a:ln w="38100" cap="rnd">
              <a:solidFill>
                <a:srgbClr val="262626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365">
                <a:cs typeface="+mn-ea"/>
                <a:sym typeface="+mn-lt"/>
              </a:endParaRPr>
            </a:p>
          </p:txBody>
        </p:sp>
        <p:sp>
          <p:nvSpPr>
            <p:cNvPr id="29" name="任意多边形 10"/>
            <p:cNvSpPr/>
            <p:nvPr/>
          </p:nvSpPr>
          <p:spPr>
            <a:xfrm rot="20279529">
              <a:off x="2594340" y="4571943"/>
              <a:ext cx="163589" cy="96477"/>
            </a:xfrm>
            <a:custGeom>
              <a:avLst/>
              <a:gdLst>
                <a:gd name="connsiteX0" fmla="*/ 0 w 145605"/>
                <a:gd name="connsiteY0" fmla="*/ 221320 h 221320"/>
                <a:gd name="connsiteX1" fmla="*/ 66978 w 145605"/>
                <a:gd name="connsiteY1" fmla="*/ 107748 h 221320"/>
                <a:gd name="connsiteX2" fmla="*/ 145605 w 145605"/>
                <a:gd name="connsiteY2" fmla="*/ 0 h 221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5605" h="221320">
                  <a:moveTo>
                    <a:pt x="0" y="221320"/>
                  </a:moveTo>
                  <a:cubicBezTo>
                    <a:pt x="21355" y="182977"/>
                    <a:pt x="42711" y="144635"/>
                    <a:pt x="66978" y="107748"/>
                  </a:cubicBezTo>
                  <a:cubicBezTo>
                    <a:pt x="91245" y="70861"/>
                    <a:pt x="118425" y="35430"/>
                    <a:pt x="145605" y="0"/>
                  </a:cubicBezTo>
                </a:path>
              </a:pathLst>
            </a:custGeom>
            <a:noFill/>
            <a:ln w="38100" cap="rnd">
              <a:solidFill>
                <a:srgbClr val="262626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365">
                <a:cs typeface="+mn-ea"/>
                <a:sym typeface="+mn-lt"/>
              </a:endParaRPr>
            </a:p>
          </p:txBody>
        </p:sp>
        <p:sp>
          <p:nvSpPr>
            <p:cNvPr id="30" name="任意多边形 11"/>
            <p:cNvSpPr/>
            <p:nvPr/>
          </p:nvSpPr>
          <p:spPr>
            <a:xfrm rot="20279529">
              <a:off x="2135494" y="4638968"/>
              <a:ext cx="269481" cy="148400"/>
            </a:xfrm>
            <a:custGeom>
              <a:avLst/>
              <a:gdLst>
                <a:gd name="connsiteX0" fmla="*/ 0 w 145605"/>
                <a:gd name="connsiteY0" fmla="*/ 221320 h 221320"/>
                <a:gd name="connsiteX1" fmla="*/ 66978 w 145605"/>
                <a:gd name="connsiteY1" fmla="*/ 107748 h 221320"/>
                <a:gd name="connsiteX2" fmla="*/ 145605 w 145605"/>
                <a:gd name="connsiteY2" fmla="*/ 0 h 221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5605" h="221320">
                  <a:moveTo>
                    <a:pt x="0" y="221320"/>
                  </a:moveTo>
                  <a:cubicBezTo>
                    <a:pt x="21355" y="182977"/>
                    <a:pt x="42711" y="144635"/>
                    <a:pt x="66978" y="107748"/>
                  </a:cubicBezTo>
                  <a:cubicBezTo>
                    <a:pt x="91245" y="70861"/>
                    <a:pt x="118425" y="35430"/>
                    <a:pt x="145605" y="0"/>
                  </a:cubicBezTo>
                </a:path>
              </a:pathLst>
            </a:custGeom>
            <a:noFill/>
            <a:ln w="38100" cap="rnd">
              <a:solidFill>
                <a:srgbClr val="262626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365">
                <a:cs typeface="+mn-ea"/>
                <a:sym typeface="+mn-lt"/>
              </a:endParaRPr>
            </a:p>
          </p:txBody>
        </p:sp>
        <p:sp>
          <p:nvSpPr>
            <p:cNvPr id="31" name="任意多边形 12"/>
            <p:cNvSpPr/>
            <p:nvPr/>
          </p:nvSpPr>
          <p:spPr>
            <a:xfrm rot="20279529">
              <a:off x="2551870" y="4532497"/>
              <a:ext cx="202631" cy="103394"/>
            </a:xfrm>
            <a:custGeom>
              <a:avLst/>
              <a:gdLst>
                <a:gd name="connsiteX0" fmla="*/ 0 w 145605"/>
                <a:gd name="connsiteY0" fmla="*/ 221320 h 221320"/>
                <a:gd name="connsiteX1" fmla="*/ 66978 w 145605"/>
                <a:gd name="connsiteY1" fmla="*/ 107748 h 221320"/>
                <a:gd name="connsiteX2" fmla="*/ 145605 w 145605"/>
                <a:gd name="connsiteY2" fmla="*/ 0 h 221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5605" h="221320">
                  <a:moveTo>
                    <a:pt x="0" y="221320"/>
                  </a:moveTo>
                  <a:cubicBezTo>
                    <a:pt x="21355" y="182977"/>
                    <a:pt x="42711" y="144635"/>
                    <a:pt x="66978" y="107748"/>
                  </a:cubicBezTo>
                  <a:cubicBezTo>
                    <a:pt x="91245" y="70861"/>
                    <a:pt x="118425" y="35430"/>
                    <a:pt x="145605" y="0"/>
                  </a:cubicBezTo>
                </a:path>
              </a:pathLst>
            </a:custGeom>
            <a:noFill/>
            <a:ln w="38100" cap="rnd">
              <a:solidFill>
                <a:srgbClr val="262626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365">
                <a:cs typeface="+mn-ea"/>
                <a:sym typeface="+mn-lt"/>
              </a:endParaRPr>
            </a:p>
          </p:txBody>
        </p:sp>
        <p:sp>
          <p:nvSpPr>
            <p:cNvPr id="32" name="任意多边形 13"/>
            <p:cNvSpPr/>
            <p:nvPr/>
          </p:nvSpPr>
          <p:spPr>
            <a:xfrm rot="20279529">
              <a:off x="2524324" y="4506303"/>
              <a:ext cx="197416" cy="96522"/>
            </a:xfrm>
            <a:custGeom>
              <a:avLst/>
              <a:gdLst>
                <a:gd name="connsiteX0" fmla="*/ 0 w 145605"/>
                <a:gd name="connsiteY0" fmla="*/ 221320 h 221320"/>
                <a:gd name="connsiteX1" fmla="*/ 66978 w 145605"/>
                <a:gd name="connsiteY1" fmla="*/ 107748 h 221320"/>
                <a:gd name="connsiteX2" fmla="*/ 145605 w 145605"/>
                <a:gd name="connsiteY2" fmla="*/ 0 h 221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5605" h="221320">
                  <a:moveTo>
                    <a:pt x="0" y="221320"/>
                  </a:moveTo>
                  <a:cubicBezTo>
                    <a:pt x="21355" y="182977"/>
                    <a:pt x="42711" y="144635"/>
                    <a:pt x="66978" y="107748"/>
                  </a:cubicBezTo>
                  <a:cubicBezTo>
                    <a:pt x="91245" y="70861"/>
                    <a:pt x="118425" y="35430"/>
                    <a:pt x="145605" y="0"/>
                  </a:cubicBezTo>
                </a:path>
              </a:pathLst>
            </a:custGeom>
            <a:noFill/>
            <a:ln w="38100" cap="rnd">
              <a:solidFill>
                <a:srgbClr val="262626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365">
                <a:cs typeface="+mn-ea"/>
                <a:sym typeface="+mn-lt"/>
              </a:endParaRPr>
            </a:p>
          </p:txBody>
        </p:sp>
        <p:sp>
          <p:nvSpPr>
            <p:cNvPr id="33" name="任意多边形 14"/>
            <p:cNvSpPr/>
            <p:nvPr/>
          </p:nvSpPr>
          <p:spPr>
            <a:xfrm rot="20279529">
              <a:off x="2501280" y="4464115"/>
              <a:ext cx="153497" cy="79925"/>
            </a:xfrm>
            <a:custGeom>
              <a:avLst/>
              <a:gdLst>
                <a:gd name="connsiteX0" fmla="*/ 0 w 145605"/>
                <a:gd name="connsiteY0" fmla="*/ 221320 h 221320"/>
                <a:gd name="connsiteX1" fmla="*/ 66978 w 145605"/>
                <a:gd name="connsiteY1" fmla="*/ 107748 h 221320"/>
                <a:gd name="connsiteX2" fmla="*/ 145605 w 145605"/>
                <a:gd name="connsiteY2" fmla="*/ 0 h 221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5605" h="221320">
                  <a:moveTo>
                    <a:pt x="0" y="221320"/>
                  </a:moveTo>
                  <a:cubicBezTo>
                    <a:pt x="21355" y="182977"/>
                    <a:pt x="42711" y="144635"/>
                    <a:pt x="66978" y="107748"/>
                  </a:cubicBezTo>
                  <a:cubicBezTo>
                    <a:pt x="91245" y="70861"/>
                    <a:pt x="118425" y="35430"/>
                    <a:pt x="145605" y="0"/>
                  </a:cubicBezTo>
                </a:path>
              </a:pathLst>
            </a:custGeom>
            <a:noFill/>
            <a:ln w="38100" cap="rnd">
              <a:solidFill>
                <a:srgbClr val="262626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365">
                <a:cs typeface="+mn-ea"/>
                <a:sym typeface="+mn-lt"/>
              </a:endParaRPr>
            </a:p>
          </p:txBody>
        </p:sp>
        <p:sp>
          <p:nvSpPr>
            <p:cNvPr id="34" name="任意多边形 15"/>
            <p:cNvSpPr/>
            <p:nvPr/>
          </p:nvSpPr>
          <p:spPr>
            <a:xfrm rot="20279529">
              <a:off x="2328699" y="4625725"/>
              <a:ext cx="74052" cy="28249"/>
            </a:xfrm>
            <a:custGeom>
              <a:avLst/>
              <a:gdLst>
                <a:gd name="connsiteX0" fmla="*/ 0 w 145605"/>
                <a:gd name="connsiteY0" fmla="*/ 221320 h 221320"/>
                <a:gd name="connsiteX1" fmla="*/ 66978 w 145605"/>
                <a:gd name="connsiteY1" fmla="*/ 107748 h 221320"/>
                <a:gd name="connsiteX2" fmla="*/ 145605 w 145605"/>
                <a:gd name="connsiteY2" fmla="*/ 0 h 221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5605" h="221320">
                  <a:moveTo>
                    <a:pt x="0" y="221320"/>
                  </a:moveTo>
                  <a:cubicBezTo>
                    <a:pt x="21355" y="182977"/>
                    <a:pt x="42711" y="144635"/>
                    <a:pt x="66978" y="107748"/>
                  </a:cubicBezTo>
                  <a:cubicBezTo>
                    <a:pt x="91245" y="70861"/>
                    <a:pt x="118425" y="35430"/>
                    <a:pt x="145605" y="0"/>
                  </a:cubicBezTo>
                </a:path>
              </a:pathLst>
            </a:custGeom>
            <a:noFill/>
            <a:ln w="38100" cap="rnd">
              <a:solidFill>
                <a:srgbClr val="262626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365">
                <a:cs typeface="+mn-ea"/>
                <a:sym typeface="+mn-lt"/>
              </a:endParaRPr>
            </a:p>
          </p:txBody>
        </p:sp>
        <p:sp>
          <p:nvSpPr>
            <p:cNvPr id="35" name="任意多边形 16"/>
            <p:cNvSpPr/>
            <p:nvPr/>
          </p:nvSpPr>
          <p:spPr>
            <a:xfrm rot="20279529">
              <a:off x="2130536" y="4603524"/>
              <a:ext cx="189693" cy="97507"/>
            </a:xfrm>
            <a:custGeom>
              <a:avLst/>
              <a:gdLst>
                <a:gd name="connsiteX0" fmla="*/ 0 w 145605"/>
                <a:gd name="connsiteY0" fmla="*/ 221320 h 221320"/>
                <a:gd name="connsiteX1" fmla="*/ 66978 w 145605"/>
                <a:gd name="connsiteY1" fmla="*/ 107748 h 221320"/>
                <a:gd name="connsiteX2" fmla="*/ 145605 w 145605"/>
                <a:gd name="connsiteY2" fmla="*/ 0 h 221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5605" h="221320">
                  <a:moveTo>
                    <a:pt x="0" y="221320"/>
                  </a:moveTo>
                  <a:cubicBezTo>
                    <a:pt x="21355" y="182977"/>
                    <a:pt x="42711" y="144635"/>
                    <a:pt x="66978" y="107748"/>
                  </a:cubicBezTo>
                  <a:cubicBezTo>
                    <a:pt x="91245" y="70861"/>
                    <a:pt x="118425" y="35430"/>
                    <a:pt x="145605" y="0"/>
                  </a:cubicBezTo>
                </a:path>
              </a:pathLst>
            </a:custGeom>
            <a:noFill/>
            <a:ln w="38100" cap="rnd">
              <a:solidFill>
                <a:srgbClr val="262626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365">
                <a:cs typeface="+mn-ea"/>
                <a:sym typeface="+mn-lt"/>
              </a:endParaRPr>
            </a:p>
          </p:txBody>
        </p:sp>
        <p:sp>
          <p:nvSpPr>
            <p:cNvPr id="36" name="任意多边形 17"/>
            <p:cNvSpPr/>
            <p:nvPr/>
          </p:nvSpPr>
          <p:spPr>
            <a:xfrm rot="20279529">
              <a:off x="2599023" y="4660655"/>
              <a:ext cx="191800" cy="92351"/>
            </a:xfrm>
            <a:custGeom>
              <a:avLst/>
              <a:gdLst>
                <a:gd name="connsiteX0" fmla="*/ 0 w 145605"/>
                <a:gd name="connsiteY0" fmla="*/ 221320 h 221320"/>
                <a:gd name="connsiteX1" fmla="*/ 66978 w 145605"/>
                <a:gd name="connsiteY1" fmla="*/ 107748 h 221320"/>
                <a:gd name="connsiteX2" fmla="*/ 145605 w 145605"/>
                <a:gd name="connsiteY2" fmla="*/ 0 h 221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5605" h="221320">
                  <a:moveTo>
                    <a:pt x="0" y="221320"/>
                  </a:moveTo>
                  <a:cubicBezTo>
                    <a:pt x="21355" y="182977"/>
                    <a:pt x="42711" y="144635"/>
                    <a:pt x="66978" y="107748"/>
                  </a:cubicBezTo>
                  <a:cubicBezTo>
                    <a:pt x="91245" y="70861"/>
                    <a:pt x="118425" y="35430"/>
                    <a:pt x="145605" y="0"/>
                  </a:cubicBezTo>
                </a:path>
              </a:pathLst>
            </a:custGeom>
            <a:noFill/>
            <a:ln w="38100" cap="rnd">
              <a:solidFill>
                <a:srgbClr val="262626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365">
                <a:cs typeface="+mn-ea"/>
                <a:sym typeface="+mn-lt"/>
              </a:endParaRPr>
            </a:p>
          </p:txBody>
        </p:sp>
        <p:sp>
          <p:nvSpPr>
            <p:cNvPr id="37" name="任意多边形 18"/>
            <p:cNvSpPr/>
            <p:nvPr/>
          </p:nvSpPr>
          <p:spPr>
            <a:xfrm rot="20279529">
              <a:off x="2611275" y="4795392"/>
              <a:ext cx="62292" cy="38099"/>
            </a:xfrm>
            <a:custGeom>
              <a:avLst/>
              <a:gdLst>
                <a:gd name="connsiteX0" fmla="*/ 0 w 145605"/>
                <a:gd name="connsiteY0" fmla="*/ 221320 h 221320"/>
                <a:gd name="connsiteX1" fmla="*/ 66978 w 145605"/>
                <a:gd name="connsiteY1" fmla="*/ 107748 h 221320"/>
                <a:gd name="connsiteX2" fmla="*/ 145605 w 145605"/>
                <a:gd name="connsiteY2" fmla="*/ 0 h 221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5605" h="221320">
                  <a:moveTo>
                    <a:pt x="0" y="221320"/>
                  </a:moveTo>
                  <a:cubicBezTo>
                    <a:pt x="21355" y="182977"/>
                    <a:pt x="42711" y="144635"/>
                    <a:pt x="66978" y="107748"/>
                  </a:cubicBezTo>
                  <a:cubicBezTo>
                    <a:pt x="91245" y="70861"/>
                    <a:pt x="118425" y="35430"/>
                    <a:pt x="145605" y="0"/>
                  </a:cubicBezTo>
                </a:path>
              </a:pathLst>
            </a:custGeom>
            <a:noFill/>
            <a:ln w="38100" cap="rnd">
              <a:solidFill>
                <a:srgbClr val="262626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365">
                <a:cs typeface="+mn-ea"/>
                <a:sym typeface="+mn-lt"/>
              </a:endParaRPr>
            </a:p>
          </p:txBody>
        </p:sp>
        <p:sp>
          <p:nvSpPr>
            <p:cNvPr id="38" name="任意多边形 19"/>
            <p:cNvSpPr/>
            <p:nvPr/>
          </p:nvSpPr>
          <p:spPr>
            <a:xfrm rot="20279529">
              <a:off x="2492797" y="4489568"/>
              <a:ext cx="71293" cy="50292"/>
            </a:xfrm>
            <a:custGeom>
              <a:avLst/>
              <a:gdLst>
                <a:gd name="connsiteX0" fmla="*/ 0 w 145605"/>
                <a:gd name="connsiteY0" fmla="*/ 221320 h 221320"/>
                <a:gd name="connsiteX1" fmla="*/ 66978 w 145605"/>
                <a:gd name="connsiteY1" fmla="*/ 107748 h 221320"/>
                <a:gd name="connsiteX2" fmla="*/ 145605 w 145605"/>
                <a:gd name="connsiteY2" fmla="*/ 0 h 221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5605" h="221320">
                  <a:moveTo>
                    <a:pt x="0" y="221320"/>
                  </a:moveTo>
                  <a:cubicBezTo>
                    <a:pt x="21355" y="182977"/>
                    <a:pt x="42711" y="144635"/>
                    <a:pt x="66978" y="107748"/>
                  </a:cubicBezTo>
                  <a:cubicBezTo>
                    <a:pt x="91245" y="70861"/>
                    <a:pt x="118425" y="35430"/>
                    <a:pt x="145605" y="0"/>
                  </a:cubicBezTo>
                </a:path>
              </a:pathLst>
            </a:custGeom>
            <a:noFill/>
            <a:ln w="38100" cap="rnd">
              <a:solidFill>
                <a:srgbClr val="262626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365">
                <a:cs typeface="+mn-ea"/>
                <a:sym typeface="+mn-lt"/>
              </a:endParaRPr>
            </a:p>
          </p:txBody>
        </p:sp>
        <p:sp>
          <p:nvSpPr>
            <p:cNvPr id="39" name="任意多边形 20"/>
            <p:cNvSpPr/>
            <p:nvPr/>
          </p:nvSpPr>
          <p:spPr>
            <a:xfrm rot="20279529">
              <a:off x="2118578" y="4584242"/>
              <a:ext cx="149665" cy="78198"/>
            </a:xfrm>
            <a:custGeom>
              <a:avLst/>
              <a:gdLst>
                <a:gd name="connsiteX0" fmla="*/ 0 w 145605"/>
                <a:gd name="connsiteY0" fmla="*/ 221320 h 221320"/>
                <a:gd name="connsiteX1" fmla="*/ 66978 w 145605"/>
                <a:gd name="connsiteY1" fmla="*/ 107748 h 221320"/>
                <a:gd name="connsiteX2" fmla="*/ 145605 w 145605"/>
                <a:gd name="connsiteY2" fmla="*/ 0 h 221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5605" h="221320">
                  <a:moveTo>
                    <a:pt x="0" y="221320"/>
                  </a:moveTo>
                  <a:cubicBezTo>
                    <a:pt x="21355" y="182977"/>
                    <a:pt x="42711" y="144635"/>
                    <a:pt x="66978" y="107748"/>
                  </a:cubicBezTo>
                  <a:cubicBezTo>
                    <a:pt x="91245" y="70861"/>
                    <a:pt x="118425" y="35430"/>
                    <a:pt x="145605" y="0"/>
                  </a:cubicBezTo>
                </a:path>
              </a:pathLst>
            </a:custGeom>
            <a:noFill/>
            <a:ln w="38100" cap="rnd">
              <a:solidFill>
                <a:srgbClr val="262626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365">
                <a:cs typeface="+mn-ea"/>
                <a:sym typeface="+mn-lt"/>
              </a:endParaRPr>
            </a:p>
          </p:txBody>
        </p:sp>
        <p:sp>
          <p:nvSpPr>
            <p:cNvPr id="40" name="任意多边形 21"/>
            <p:cNvSpPr/>
            <p:nvPr/>
          </p:nvSpPr>
          <p:spPr>
            <a:xfrm rot="20279529">
              <a:off x="2127492" y="4608653"/>
              <a:ext cx="255388" cy="139142"/>
            </a:xfrm>
            <a:custGeom>
              <a:avLst/>
              <a:gdLst>
                <a:gd name="connsiteX0" fmla="*/ 0 w 145605"/>
                <a:gd name="connsiteY0" fmla="*/ 221320 h 221320"/>
                <a:gd name="connsiteX1" fmla="*/ 66978 w 145605"/>
                <a:gd name="connsiteY1" fmla="*/ 107748 h 221320"/>
                <a:gd name="connsiteX2" fmla="*/ 145605 w 145605"/>
                <a:gd name="connsiteY2" fmla="*/ 0 h 221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5605" h="221320">
                  <a:moveTo>
                    <a:pt x="0" y="221320"/>
                  </a:moveTo>
                  <a:cubicBezTo>
                    <a:pt x="21355" y="182977"/>
                    <a:pt x="42711" y="144635"/>
                    <a:pt x="66978" y="107748"/>
                  </a:cubicBezTo>
                  <a:cubicBezTo>
                    <a:pt x="91245" y="70861"/>
                    <a:pt x="118425" y="35430"/>
                    <a:pt x="145605" y="0"/>
                  </a:cubicBezTo>
                </a:path>
              </a:pathLst>
            </a:custGeom>
            <a:noFill/>
            <a:ln w="38100" cap="rnd">
              <a:solidFill>
                <a:srgbClr val="262626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365">
                <a:cs typeface="+mn-ea"/>
                <a:sym typeface="+mn-lt"/>
              </a:endParaRPr>
            </a:p>
          </p:txBody>
        </p:sp>
        <p:sp>
          <p:nvSpPr>
            <p:cNvPr id="41" name="任意多边形 22"/>
            <p:cNvSpPr/>
            <p:nvPr/>
          </p:nvSpPr>
          <p:spPr>
            <a:xfrm rot="20279529">
              <a:off x="2284593" y="4709127"/>
              <a:ext cx="38604" cy="23656"/>
            </a:xfrm>
            <a:custGeom>
              <a:avLst/>
              <a:gdLst>
                <a:gd name="connsiteX0" fmla="*/ 0 w 145605"/>
                <a:gd name="connsiteY0" fmla="*/ 221320 h 221320"/>
                <a:gd name="connsiteX1" fmla="*/ 66978 w 145605"/>
                <a:gd name="connsiteY1" fmla="*/ 107748 h 221320"/>
                <a:gd name="connsiteX2" fmla="*/ 145605 w 145605"/>
                <a:gd name="connsiteY2" fmla="*/ 0 h 221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5605" h="221320">
                  <a:moveTo>
                    <a:pt x="0" y="221320"/>
                  </a:moveTo>
                  <a:cubicBezTo>
                    <a:pt x="21355" y="182977"/>
                    <a:pt x="42711" y="144635"/>
                    <a:pt x="66978" y="107748"/>
                  </a:cubicBezTo>
                  <a:cubicBezTo>
                    <a:pt x="91245" y="70861"/>
                    <a:pt x="118425" y="35430"/>
                    <a:pt x="145605" y="0"/>
                  </a:cubicBezTo>
                </a:path>
              </a:pathLst>
            </a:custGeom>
            <a:noFill/>
            <a:ln w="38100" cap="rnd">
              <a:solidFill>
                <a:srgbClr val="262626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365">
                <a:cs typeface="+mn-ea"/>
                <a:sym typeface="+mn-lt"/>
              </a:endParaRPr>
            </a:p>
          </p:txBody>
        </p:sp>
        <p:sp>
          <p:nvSpPr>
            <p:cNvPr id="42" name="任意多边形 23"/>
            <p:cNvSpPr/>
            <p:nvPr/>
          </p:nvSpPr>
          <p:spPr>
            <a:xfrm rot="20279529">
              <a:off x="2302799" y="4734812"/>
              <a:ext cx="38604" cy="23656"/>
            </a:xfrm>
            <a:custGeom>
              <a:avLst/>
              <a:gdLst>
                <a:gd name="connsiteX0" fmla="*/ 0 w 145605"/>
                <a:gd name="connsiteY0" fmla="*/ 221320 h 221320"/>
                <a:gd name="connsiteX1" fmla="*/ 66978 w 145605"/>
                <a:gd name="connsiteY1" fmla="*/ 107748 h 221320"/>
                <a:gd name="connsiteX2" fmla="*/ 145605 w 145605"/>
                <a:gd name="connsiteY2" fmla="*/ 0 h 221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5605" h="221320">
                  <a:moveTo>
                    <a:pt x="0" y="221320"/>
                  </a:moveTo>
                  <a:cubicBezTo>
                    <a:pt x="21355" y="182977"/>
                    <a:pt x="42711" y="144635"/>
                    <a:pt x="66978" y="107748"/>
                  </a:cubicBezTo>
                  <a:cubicBezTo>
                    <a:pt x="91245" y="70861"/>
                    <a:pt x="118425" y="35430"/>
                    <a:pt x="145605" y="0"/>
                  </a:cubicBezTo>
                </a:path>
              </a:pathLst>
            </a:custGeom>
            <a:noFill/>
            <a:ln w="38100" cap="rnd">
              <a:solidFill>
                <a:srgbClr val="262626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365">
                <a:cs typeface="+mn-ea"/>
                <a:sym typeface="+mn-lt"/>
              </a:endParaRPr>
            </a:p>
          </p:txBody>
        </p:sp>
      </p:grpSp>
      <p:sp>
        <p:nvSpPr>
          <p:cNvPr id="6" name="Text Box 5"/>
          <p:cNvSpPr txBox="1"/>
          <p:nvPr/>
        </p:nvSpPr>
        <p:spPr>
          <a:xfrm>
            <a:off x="1710690" y="608330"/>
            <a:ext cx="424370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 sz="4000" b="1">
                <a:solidFill>
                  <a:schemeClr val="bg1">
                    <a:lumMod val="65000"/>
                  </a:schemeClr>
                </a:solidFill>
              </a:rPr>
              <a:t>Tools </a:t>
            </a:r>
            <a:endParaRPr lang="en-US" altLang="en-GB" sz="4000" b="1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1556385" y="1265555"/>
            <a:ext cx="8573770" cy="35979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 sz="3200">
                <a:solidFill>
                  <a:schemeClr val="bg1">
                    <a:lumMod val="65000"/>
                  </a:schemeClr>
                </a:solidFill>
              </a:rPr>
              <a:t>Ms Excel</a:t>
            </a:r>
            <a:endParaRPr lang="en-US" altLang="en-GB" sz="3200">
              <a:solidFill>
                <a:schemeClr val="bg1">
                  <a:lumMod val="6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 sz="3200">
                <a:solidFill>
                  <a:schemeClr val="bg1">
                    <a:lumMod val="65000"/>
                  </a:schemeClr>
                </a:solidFill>
              </a:rPr>
              <a:t>Power BI</a:t>
            </a:r>
            <a:endParaRPr lang="en-US" altLang="en-GB" sz="3200">
              <a:solidFill>
                <a:schemeClr val="bg1">
                  <a:lumMod val="6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 sz="3200">
                <a:solidFill>
                  <a:schemeClr val="bg1">
                    <a:lumMod val="65000"/>
                  </a:schemeClr>
                </a:solidFill>
              </a:rPr>
              <a:t>Python</a:t>
            </a:r>
            <a:endParaRPr lang="en-US" altLang="en-GB" sz="3200">
              <a:solidFill>
                <a:schemeClr val="bg1">
                  <a:lumMod val="6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 sz="3200">
                <a:solidFill>
                  <a:schemeClr val="bg1">
                    <a:lumMod val="65000"/>
                  </a:schemeClr>
                </a:solidFill>
              </a:rPr>
              <a:t>SQL</a:t>
            </a:r>
            <a:endParaRPr lang="en-US" altLang="en-GB" sz="3200">
              <a:solidFill>
                <a:schemeClr val="bg1">
                  <a:lumMod val="6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 sz="3200">
                <a:solidFill>
                  <a:schemeClr val="bg1">
                    <a:lumMod val="65000"/>
                  </a:schemeClr>
                </a:solidFill>
              </a:rPr>
              <a:t>Tableau</a:t>
            </a:r>
            <a:endParaRPr lang="en-US" altLang="en-GB" sz="3200">
              <a:solidFill>
                <a:schemeClr val="bg1">
                  <a:lumMod val="65000"/>
                </a:schemeClr>
              </a:solidFill>
            </a:endParaRPr>
          </a:p>
          <a:p>
            <a:pPr indent="0">
              <a:buFont typeface="Arial" panose="020B0604020202020204" pitchFamily="34" charset="0"/>
              <a:buNone/>
            </a:pPr>
            <a:r>
              <a:rPr lang="en-US" altLang="en-GB" sz="3200">
                <a:solidFill>
                  <a:schemeClr val="bg1">
                    <a:lumMod val="65000"/>
                  </a:schemeClr>
                </a:solidFill>
              </a:rPr>
              <a:t>and so on .</a:t>
            </a:r>
            <a:endParaRPr lang="en-US" altLang="en-GB" sz="3200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2" name="图片 45"/>
          <p:cNvPicPr>
            <a:picLocks noChangeAspect="1"/>
          </p:cNvPicPr>
          <p:nvPr>
            <p:custDataLst>
              <p:tags r:id="rId2"/>
            </p:custDataLst>
          </p:nvPr>
        </p:nvPicPr>
        <p:blipFill rotWithShape="1">
          <a:blip r:embed="rId3" cstate="screen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219" t="34676" r="59632" b="35550"/>
          <a:stretch>
            <a:fillRect/>
          </a:stretch>
        </p:blipFill>
        <p:spPr>
          <a:xfrm>
            <a:off x="841375" y="427990"/>
            <a:ext cx="554355" cy="121983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>
        <p:pull/>
      </p:transition>
    </mc:Choice>
    <mc:Fallback>
      <p:transition spd="med">
        <p:pull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文本框 38"/>
          <p:cNvSpPr txBox="1"/>
          <p:nvPr>
            <p:custDataLst>
              <p:tags r:id="rId1"/>
            </p:custDataLst>
          </p:nvPr>
        </p:nvSpPr>
        <p:spPr>
          <a:xfrm>
            <a:off x="2778760" y="3395980"/>
            <a:ext cx="3155315" cy="753110"/>
          </a:xfrm>
          <a:prstGeom prst="rect">
            <a:avLst/>
          </a:prstGeom>
          <a:noFill/>
        </p:spPr>
        <p:txBody>
          <a:bodyPr anchor="ctr"/>
          <a:lstStyle/>
          <a:p>
            <a:pPr algn="ctr" fontAlgn="t">
              <a:lnSpc>
                <a:spcPct val="150000"/>
              </a:lnSpc>
              <a:defRPr/>
            </a:pPr>
            <a:r>
              <a:rPr lang="en-US" altLang="zh-CN" sz="2000" kern="0" dirty="0">
                <a:solidFill>
                  <a:srgbClr val="000000">
                    <a:lumMod val="75000"/>
                    <a:lumOff val="25000"/>
                  </a:srgbClr>
                </a:solidFill>
                <a:cs typeface="+mn-ea"/>
                <a:sym typeface="+mn-lt"/>
              </a:rPr>
              <a:t>Types</a:t>
            </a:r>
            <a:endParaRPr lang="en-US" altLang="zh-CN" sz="2000" kern="0" dirty="0">
              <a:solidFill>
                <a:srgbClr val="000000">
                  <a:lumMod val="75000"/>
                  <a:lumOff val="25000"/>
                </a:srgbClr>
              </a:solidFill>
              <a:cs typeface="+mn-ea"/>
              <a:sym typeface="+mn-lt"/>
            </a:endParaRPr>
          </a:p>
        </p:txBody>
      </p:sp>
      <p:sp>
        <p:nvSpPr>
          <p:cNvPr id="42" name="文本框 41"/>
          <p:cNvSpPr txBox="1"/>
          <p:nvPr>
            <p:custDataLst>
              <p:tags r:id="rId2"/>
            </p:custDataLst>
          </p:nvPr>
        </p:nvSpPr>
        <p:spPr>
          <a:xfrm>
            <a:off x="5040630" y="3399790"/>
            <a:ext cx="3155315" cy="753110"/>
          </a:xfrm>
          <a:prstGeom prst="rect">
            <a:avLst/>
          </a:prstGeom>
          <a:noFill/>
        </p:spPr>
        <p:txBody>
          <a:bodyPr anchor="ctr"/>
          <a:lstStyle/>
          <a:p>
            <a:pPr algn="ctr" fontAlgn="t">
              <a:lnSpc>
                <a:spcPct val="150000"/>
              </a:lnSpc>
              <a:defRPr/>
            </a:pPr>
            <a:r>
              <a:rPr lang="en-US" altLang="zh-CN" sz="2000" kern="0" dirty="0">
                <a:solidFill>
                  <a:srgbClr val="000000">
                    <a:lumMod val="75000"/>
                    <a:lumOff val="25000"/>
                  </a:srgbClr>
                </a:solidFill>
                <a:cs typeface="+mn-ea"/>
                <a:sym typeface="+mn-lt"/>
              </a:rPr>
              <a:t>Benefits</a:t>
            </a:r>
            <a:endParaRPr lang="en-US" altLang="zh-CN" sz="2000" kern="0" dirty="0">
              <a:solidFill>
                <a:srgbClr val="000000">
                  <a:lumMod val="75000"/>
                  <a:lumOff val="25000"/>
                </a:srgbClr>
              </a:solidFill>
              <a:cs typeface="+mn-ea"/>
              <a:sym typeface="+mn-lt"/>
            </a:endParaRPr>
          </a:p>
        </p:txBody>
      </p:sp>
      <p:sp>
        <p:nvSpPr>
          <p:cNvPr id="22" name="图文框 21"/>
          <p:cNvSpPr/>
          <p:nvPr/>
        </p:nvSpPr>
        <p:spPr>
          <a:xfrm>
            <a:off x="0" y="0"/>
            <a:ext cx="12192000" cy="6857999"/>
          </a:xfrm>
          <a:prstGeom prst="frame">
            <a:avLst>
              <a:gd name="adj1" fmla="val 3750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23" name="图片 22" descr="a1dbef50bf9111e9d5dd4703b219c3ea"/>
          <p:cNvPicPr>
            <a:picLocks noChangeAspect="1"/>
          </p:cNvPicPr>
          <p:nvPr/>
        </p:nvPicPr>
        <p:blipFill>
          <a:blip r:embed="rId3">
            <a:grayscl/>
          </a:blip>
          <a:srcRect l="40808" t="22805" r="18904" b="22204"/>
          <a:stretch>
            <a:fillRect/>
          </a:stretch>
        </p:blipFill>
        <p:spPr>
          <a:xfrm>
            <a:off x="8343872" y="2000250"/>
            <a:ext cx="2441915" cy="3333686"/>
          </a:xfrm>
          <a:prstGeom prst="rect">
            <a:avLst/>
          </a:prstGeom>
        </p:spPr>
      </p:pic>
      <p:grpSp>
        <p:nvGrpSpPr>
          <p:cNvPr id="24" name="组合 23"/>
          <p:cNvGrpSpPr/>
          <p:nvPr>
            <p:custDataLst>
              <p:tags r:id="rId4"/>
            </p:custDataLst>
          </p:nvPr>
        </p:nvGrpSpPr>
        <p:grpSpPr>
          <a:xfrm>
            <a:off x="1851808" y="2941250"/>
            <a:ext cx="506926" cy="486166"/>
            <a:chOff x="1738271" y="2723462"/>
            <a:chExt cx="933300" cy="1235733"/>
          </a:xfrm>
        </p:grpSpPr>
        <p:pic>
          <p:nvPicPr>
            <p:cNvPr id="25" name="图片 24"/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 rotWithShape="1">
            <a:blip r:embed="rId6" cstate="screen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936" t="5555" r="63756" b="64861"/>
            <a:stretch>
              <a:fillRect/>
            </a:stretch>
          </p:blipFill>
          <p:spPr>
            <a:xfrm>
              <a:off x="2256063" y="2723462"/>
              <a:ext cx="415508" cy="1235733"/>
            </a:xfrm>
            <a:prstGeom prst="rect">
              <a:avLst/>
            </a:prstGeom>
          </p:spPr>
        </p:pic>
        <p:pic>
          <p:nvPicPr>
            <p:cNvPr id="32" name="图片 31"/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 rotWithShape="1">
            <a:blip r:embed="rId8" cstate="screen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0270" t="64861" r="8095" b="5972"/>
            <a:stretch>
              <a:fillRect/>
            </a:stretch>
          </p:blipFill>
          <p:spPr>
            <a:xfrm>
              <a:off x="1738271" y="2723462"/>
              <a:ext cx="415508" cy="1235733"/>
            </a:xfrm>
            <a:prstGeom prst="rect">
              <a:avLst/>
            </a:prstGeom>
          </p:spPr>
        </p:pic>
      </p:grpSp>
      <p:grpSp>
        <p:nvGrpSpPr>
          <p:cNvPr id="33" name="组合 32"/>
          <p:cNvGrpSpPr/>
          <p:nvPr>
            <p:custDataLst>
              <p:tags r:id="rId9"/>
            </p:custDataLst>
          </p:nvPr>
        </p:nvGrpSpPr>
        <p:grpSpPr>
          <a:xfrm>
            <a:off x="4088115" y="2941250"/>
            <a:ext cx="536438" cy="515554"/>
            <a:chOff x="1740148" y="4281272"/>
            <a:chExt cx="987634" cy="1310433"/>
          </a:xfrm>
        </p:grpSpPr>
        <p:pic>
          <p:nvPicPr>
            <p:cNvPr id="34" name="图片 33"/>
            <p:cNvPicPr>
              <a:picLocks noChangeAspect="1"/>
            </p:cNvPicPr>
            <p:nvPr>
              <p:custDataLst>
                <p:tags r:id="rId10"/>
              </p:custDataLst>
            </p:nvPr>
          </p:nvPicPr>
          <p:blipFill rotWithShape="1">
            <a:blip r:embed="rId11" cstate="screen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3655" t="4167" r="41381" b="65000"/>
            <a:stretch>
              <a:fillRect/>
            </a:stretch>
          </p:blipFill>
          <p:spPr>
            <a:xfrm>
              <a:off x="2153779" y="4281272"/>
              <a:ext cx="574003" cy="1304770"/>
            </a:xfrm>
            <a:prstGeom prst="rect">
              <a:avLst/>
            </a:prstGeom>
          </p:spPr>
        </p:pic>
        <p:pic>
          <p:nvPicPr>
            <p:cNvPr id="35" name="图片 34"/>
            <p:cNvPicPr>
              <a:picLocks noChangeAspect="1"/>
            </p:cNvPicPr>
            <p:nvPr>
              <p:custDataLst>
                <p:tags r:id="rId12"/>
              </p:custDataLst>
            </p:nvPr>
          </p:nvPicPr>
          <p:blipFill rotWithShape="1">
            <a:blip r:embed="rId13" cstate="screen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0270" t="64861" r="8095" b="5972"/>
            <a:stretch>
              <a:fillRect/>
            </a:stretch>
          </p:blipFill>
          <p:spPr>
            <a:xfrm>
              <a:off x="1740148" y="4339835"/>
              <a:ext cx="420934" cy="1251870"/>
            </a:xfrm>
            <a:prstGeom prst="rect">
              <a:avLst/>
            </a:prstGeom>
          </p:spPr>
        </p:pic>
      </p:grpSp>
      <p:grpSp>
        <p:nvGrpSpPr>
          <p:cNvPr id="36" name="组合 35"/>
          <p:cNvGrpSpPr/>
          <p:nvPr>
            <p:custDataLst>
              <p:tags r:id="rId14"/>
            </p:custDataLst>
          </p:nvPr>
        </p:nvGrpSpPr>
        <p:grpSpPr>
          <a:xfrm>
            <a:off x="6353933" y="2941250"/>
            <a:ext cx="535913" cy="520234"/>
            <a:chOff x="7196204" y="2619068"/>
            <a:chExt cx="986668" cy="1322326"/>
          </a:xfrm>
        </p:grpSpPr>
        <p:pic>
          <p:nvPicPr>
            <p:cNvPr id="37" name="图片 36"/>
            <p:cNvPicPr>
              <a:picLocks noChangeAspect="1"/>
            </p:cNvPicPr>
            <p:nvPr>
              <p:custDataLst>
                <p:tags r:id="rId15"/>
              </p:custDataLst>
            </p:nvPr>
          </p:nvPicPr>
          <p:blipFill rotWithShape="1">
            <a:blip r:embed="rId16" cstate="screen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319" t="4119" r="21347" b="66107"/>
            <a:stretch>
              <a:fillRect/>
            </a:stretch>
          </p:blipFill>
          <p:spPr>
            <a:xfrm>
              <a:off x="7608870" y="2619068"/>
              <a:ext cx="574002" cy="1259726"/>
            </a:xfrm>
            <a:prstGeom prst="rect">
              <a:avLst/>
            </a:prstGeom>
          </p:spPr>
        </p:pic>
        <p:pic>
          <p:nvPicPr>
            <p:cNvPr id="44" name="图片 43"/>
            <p:cNvPicPr>
              <a:picLocks noChangeAspect="1"/>
            </p:cNvPicPr>
            <p:nvPr>
              <p:custDataLst>
                <p:tags r:id="rId17"/>
              </p:custDataLst>
            </p:nvPr>
          </p:nvPicPr>
          <p:blipFill rotWithShape="1">
            <a:blip r:embed="rId13" cstate="screen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0270" t="64861" r="8095" b="5972"/>
            <a:stretch>
              <a:fillRect/>
            </a:stretch>
          </p:blipFill>
          <p:spPr>
            <a:xfrm>
              <a:off x="7196204" y="2689524"/>
              <a:ext cx="420934" cy="1251870"/>
            </a:xfrm>
            <a:prstGeom prst="rect">
              <a:avLst/>
            </a:prstGeom>
          </p:spPr>
        </p:pic>
      </p:grpSp>
      <p:sp>
        <p:nvSpPr>
          <p:cNvPr id="2" name="Text Box 1"/>
          <p:cNvSpPr txBox="1"/>
          <p:nvPr/>
        </p:nvSpPr>
        <p:spPr>
          <a:xfrm>
            <a:off x="1387475" y="3662680"/>
            <a:ext cx="11550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/>
              <a:t>Definition</a:t>
            </a:r>
            <a:endParaRPr lang="en-US" altLang="en-GB"/>
          </a:p>
        </p:txBody>
      </p:sp>
      <p:sp>
        <p:nvSpPr>
          <p:cNvPr id="3" name="Text Box 2"/>
          <p:cNvSpPr txBox="1"/>
          <p:nvPr/>
        </p:nvSpPr>
        <p:spPr>
          <a:xfrm>
            <a:off x="1349375" y="4184015"/>
            <a:ext cx="11880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en-GB"/>
              <a:t>Done</a:t>
            </a:r>
            <a:endParaRPr lang="en-US" altLang="en-GB"/>
          </a:p>
        </p:txBody>
      </p:sp>
      <p:sp>
        <p:nvSpPr>
          <p:cNvPr id="4" name="Text Box 3"/>
          <p:cNvSpPr txBox="1"/>
          <p:nvPr/>
        </p:nvSpPr>
        <p:spPr>
          <a:xfrm>
            <a:off x="3762375" y="4152900"/>
            <a:ext cx="11880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en-GB"/>
              <a:t>Done</a:t>
            </a:r>
            <a:endParaRPr lang="en-US" altLang="en-GB"/>
          </a:p>
        </p:txBody>
      </p:sp>
      <p:sp>
        <p:nvSpPr>
          <p:cNvPr id="5" name="Text Box 4"/>
          <p:cNvSpPr txBox="1"/>
          <p:nvPr/>
        </p:nvSpPr>
        <p:spPr>
          <a:xfrm>
            <a:off x="6024245" y="4184015"/>
            <a:ext cx="11880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en-GB"/>
              <a:t>Done</a:t>
            </a:r>
            <a:endParaRPr lang="en-US" altLang="en-GB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>
        <p:pull/>
      </p:transition>
    </mc:Choice>
    <mc:Fallback>
      <p:transition spd="med">
        <p:pull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图文框 8"/>
          <p:cNvSpPr/>
          <p:nvPr/>
        </p:nvSpPr>
        <p:spPr>
          <a:xfrm>
            <a:off x="0" y="0"/>
            <a:ext cx="12192000" cy="6857999"/>
          </a:xfrm>
          <a:prstGeom prst="frame">
            <a:avLst>
              <a:gd name="adj1" fmla="val 3750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3" name="文本框 25"/>
          <p:cNvSpPr txBox="1">
            <a:spLocks noChangeArrowheads="1"/>
          </p:cNvSpPr>
          <p:nvPr/>
        </p:nvSpPr>
        <p:spPr bwMode="auto">
          <a:xfrm>
            <a:off x="5273883" y="2638988"/>
            <a:ext cx="3110385" cy="1568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3200" b="1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9pPr>
          </a:lstStyle>
          <a:p>
            <a:r>
              <a:rPr lang="en-US" altLang="zh-CN" sz="4800" dirty="0"/>
              <a:t>Practical Analytics </a:t>
            </a:r>
            <a:endParaRPr lang="en-US" altLang="zh-CN" sz="4800" dirty="0"/>
          </a:p>
        </p:txBody>
      </p:sp>
      <p:grpSp>
        <p:nvGrpSpPr>
          <p:cNvPr id="16" name="组合 15"/>
          <p:cNvGrpSpPr/>
          <p:nvPr/>
        </p:nvGrpSpPr>
        <p:grpSpPr>
          <a:xfrm rot="377494">
            <a:off x="3881890" y="2774712"/>
            <a:ext cx="1401444" cy="1365862"/>
            <a:chOff x="2118578" y="4342666"/>
            <a:chExt cx="672245" cy="680979"/>
          </a:xfrm>
        </p:grpSpPr>
        <p:grpSp>
          <p:nvGrpSpPr>
            <p:cNvPr id="17" name="组合 16"/>
            <p:cNvGrpSpPr/>
            <p:nvPr/>
          </p:nvGrpSpPr>
          <p:grpSpPr>
            <a:xfrm>
              <a:off x="2124537" y="4342666"/>
              <a:ext cx="641610" cy="680979"/>
              <a:chOff x="2124539" y="4342651"/>
              <a:chExt cx="641611" cy="680977"/>
            </a:xfrm>
          </p:grpSpPr>
          <p:sp>
            <p:nvSpPr>
              <p:cNvPr id="35" name="任意多边形 24"/>
              <p:cNvSpPr/>
              <p:nvPr/>
            </p:nvSpPr>
            <p:spPr>
              <a:xfrm>
                <a:off x="2124539" y="4342651"/>
                <a:ext cx="641611" cy="680977"/>
              </a:xfrm>
              <a:custGeom>
                <a:avLst/>
                <a:gdLst>
                  <a:gd name="connsiteX0" fmla="*/ 63 w 140138"/>
                  <a:gd name="connsiteY0" fmla="*/ 65738 h 154344"/>
                  <a:gd name="connsiteX1" fmla="*/ 62928 w 140138"/>
                  <a:gd name="connsiteY1" fmla="*/ 16 h 154344"/>
                  <a:gd name="connsiteX2" fmla="*/ 140080 w 140138"/>
                  <a:gd name="connsiteY2" fmla="*/ 71453 h 154344"/>
                  <a:gd name="connsiteX3" fmla="*/ 74358 w 140138"/>
                  <a:gd name="connsiteY3" fmla="*/ 154321 h 154344"/>
                  <a:gd name="connsiteX4" fmla="*/ 63 w 140138"/>
                  <a:gd name="connsiteY4" fmla="*/ 65738 h 154344"/>
                  <a:gd name="connsiteX0-1" fmla="*/ 63 w 140227"/>
                  <a:gd name="connsiteY0-2" fmla="*/ 65738 h 154534"/>
                  <a:gd name="connsiteX1-3" fmla="*/ 62928 w 140227"/>
                  <a:gd name="connsiteY1-4" fmla="*/ 16 h 154534"/>
                  <a:gd name="connsiteX2-5" fmla="*/ 140080 w 140227"/>
                  <a:gd name="connsiteY2-6" fmla="*/ 71453 h 154534"/>
                  <a:gd name="connsiteX3-7" fmla="*/ 74358 w 140227"/>
                  <a:gd name="connsiteY3-8" fmla="*/ 154321 h 154534"/>
                  <a:gd name="connsiteX4-9" fmla="*/ 63 w 140227"/>
                  <a:gd name="connsiteY4-10" fmla="*/ 65738 h 154534"/>
                  <a:gd name="connsiteX0-11" fmla="*/ 63 w 140227"/>
                  <a:gd name="connsiteY0-12" fmla="*/ 65738 h 154534"/>
                  <a:gd name="connsiteX1-13" fmla="*/ 62928 w 140227"/>
                  <a:gd name="connsiteY1-14" fmla="*/ 16 h 154534"/>
                  <a:gd name="connsiteX2-15" fmla="*/ 140080 w 140227"/>
                  <a:gd name="connsiteY2-16" fmla="*/ 71453 h 154534"/>
                  <a:gd name="connsiteX3-17" fmla="*/ 74358 w 140227"/>
                  <a:gd name="connsiteY3-18" fmla="*/ 154321 h 154534"/>
                  <a:gd name="connsiteX4-19" fmla="*/ 63 w 140227"/>
                  <a:gd name="connsiteY4-20" fmla="*/ 65738 h 154534"/>
                  <a:gd name="connsiteX0-21" fmla="*/ 178 w 140342"/>
                  <a:gd name="connsiteY0-22" fmla="*/ 65738 h 154534"/>
                  <a:gd name="connsiteX1-23" fmla="*/ 63043 w 140342"/>
                  <a:gd name="connsiteY1-24" fmla="*/ 16 h 154534"/>
                  <a:gd name="connsiteX2-25" fmla="*/ 140195 w 140342"/>
                  <a:gd name="connsiteY2-26" fmla="*/ 71453 h 154534"/>
                  <a:gd name="connsiteX3-27" fmla="*/ 74473 w 140342"/>
                  <a:gd name="connsiteY3-28" fmla="*/ 154321 h 154534"/>
                  <a:gd name="connsiteX4-29" fmla="*/ 178 w 140342"/>
                  <a:gd name="connsiteY4-30" fmla="*/ 65738 h 154534"/>
                  <a:gd name="connsiteX0-31" fmla="*/ 178 w 140342"/>
                  <a:gd name="connsiteY0-32" fmla="*/ 65740 h 154536"/>
                  <a:gd name="connsiteX1-33" fmla="*/ 63043 w 140342"/>
                  <a:gd name="connsiteY1-34" fmla="*/ 18 h 154536"/>
                  <a:gd name="connsiteX2-35" fmla="*/ 140195 w 140342"/>
                  <a:gd name="connsiteY2-36" fmla="*/ 71455 h 154536"/>
                  <a:gd name="connsiteX3-37" fmla="*/ 74473 w 140342"/>
                  <a:gd name="connsiteY3-38" fmla="*/ 154323 h 154536"/>
                  <a:gd name="connsiteX4-39" fmla="*/ 178 w 140342"/>
                  <a:gd name="connsiteY4-40" fmla="*/ 65740 h 154536"/>
                  <a:gd name="connsiteX0-41" fmla="*/ 9 w 140173"/>
                  <a:gd name="connsiteY0-42" fmla="*/ 71451 h 160247"/>
                  <a:gd name="connsiteX1-43" fmla="*/ 71446 w 140173"/>
                  <a:gd name="connsiteY1-44" fmla="*/ 14 h 160247"/>
                  <a:gd name="connsiteX2-45" fmla="*/ 140026 w 140173"/>
                  <a:gd name="connsiteY2-46" fmla="*/ 77166 h 160247"/>
                  <a:gd name="connsiteX3-47" fmla="*/ 74304 w 140173"/>
                  <a:gd name="connsiteY3-48" fmla="*/ 160034 h 160247"/>
                  <a:gd name="connsiteX4-49" fmla="*/ 9 w 140173"/>
                  <a:gd name="connsiteY4-50" fmla="*/ 71451 h 160247"/>
                  <a:gd name="connsiteX0-51" fmla="*/ 9 w 140173"/>
                  <a:gd name="connsiteY0-52" fmla="*/ 71451 h 148862"/>
                  <a:gd name="connsiteX1-53" fmla="*/ 71446 w 140173"/>
                  <a:gd name="connsiteY1-54" fmla="*/ 14 h 148862"/>
                  <a:gd name="connsiteX2-55" fmla="*/ 140026 w 140173"/>
                  <a:gd name="connsiteY2-56" fmla="*/ 77166 h 148862"/>
                  <a:gd name="connsiteX3-57" fmla="*/ 74304 w 140173"/>
                  <a:gd name="connsiteY3-58" fmla="*/ 148604 h 148862"/>
                  <a:gd name="connsiteX4-59" fmla="*/ 9 w 140173"/>
                  <a:gd name="connsiteY4-60" fmla="*/ 71451 h 148862"/>
                  <a:gd name="connsiteX0-61" fmla="*/ 9 w 141024"/>
                  <a:gd name="connsiteY0-62" fmla="*/ 71451 h 148862"/>
                  <a:gd name="connsiteX1-63" fmla="*/ 71446 w 141024"/>
                  <a:gd name="connsiteY1-64" fmla="*/ 14 h 148862"/>
                  <a:gd name="connsiteX2-65" fmla="*/ 140026 w 141024"/>
                  <a:gd name="connsiteY2-66" fmla="*/ 77166 h 148862"/>
                  <a:gd name="connsiteX3-67" fmla="*/ 74304 w 141024"/>
                  <a:gd name="connsiteY3-68" fmla="*/ 148604 h 148862"/>
                  <a:gd name="connsiteX4-69" fmla="*/ 9 w 141024"/>
                  <a:gd name="connsiteY4-70" fmla="*/ 71451 h 148862"/>
                  <a:gd name="connsiteX0-71" fmla="*/ 9 w 140173"/>
                  <a:gd name="connsiteY0-72" fmla="*/ 71451 h 148862"/>
                  <a:gd name="connsiteX1-73" fmla="*/ 71446 w 140173"/>
                  <a:gd name="connsiteY1-74" fmla="*/ 14 h 148862"/>
                  <a:gd name="connsiteX2-75" fmla="*/ 140026 w 140173"/>
                  <a:gd name="connsiteY2-76" fmla="*/ 77166 h 148862"/>
                  <a:gd name="connsiteX3-77" fmla="*/ 74304 w 140173"/>
                  <a:gd name="connsiteY3-78" fmla="*/ 148604 h 148862"/>
                  <a:gd name="connsiteX4-79" fmla="*/ 9 w 140173"/>
                  <a:gd name="connsiteY4-80" fmla="*/ 71451 h 148862"/>
                  <a:gd name="connsiteX0-81" fmla="*/ 9 w 140257"/>
                  <a:gd name="connsiteY0-82" fmla="*/ 71451 h 148862"/>
                  <a:gd name="connsiteX1-83" fmla="*/ 71446 w 140257"/>
                  <a:gd name="connsiteY1-84" fmla="*/ 14 h 148862"/>
                  <a:gd name="connsiteX2-85" fmla="*/ 140026 w 140257"/>
                  <a:gd name="connsiteY2-86" fmla="*/ 77166 h 148862"/>
                  <a:gd name="connsiteX3-87" fmla="*/ 74304 w 140257"/>
                  <a:gd name="connsiteY3-88" fmla="*/ 148604 h 148862"/>
                  <a:gd name="connsiteX4-89" fmla="*/ 9 w 140257"/>
                  <a:gd name="connsiteY4-90" fmla="*/ 71451 h 148862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</a:cxnLst>
                <a:rect l="l" t="t" r="r" b="b"/>
                <a:pathLst>
                  <a:path w="140257" h="148862">
                    <a:moveTo>
                      <a:pt x="9" y="71451"/>
                    </a:moveTo>
                    <a:cubicBezTo>
                      <a:pt x="-467" y="46686"/>
                      <a:pt x="19535" y="-938"/>
                      <a:pt x="71446" y="14"/>
                    </a:cubicBezTo>
                    <a:cubicBezTo>
                      <a:pt x="123357" y="966"/>
                      <a:pt x="142638" y="44242"/>
                      <a:pt x="140026" y="77166"/>
                    </a:cubicBezTo>
                    <a:cubicBezTo>
                      <a:pt x="141931" y="102883"/>
                      <a:pt x="125739" y="152890"/>
                      <a:pt x="74304" y="148604"/>
                    </a:cubicBezTo>
                    <a:cubicBezTo>
                      <a:pt x="22869" y="144318"/>
                      <a:pt x="485" y="96216"/>
                      <a:pt x="9" y="71451"/>
                    </a:cubicBezTo>
                    <a:close/>
                  </a:path>
                </a:pathLst>
              </a:custGeom>
              <a:noFill/>
              <a:ln w="38100" cap="rnd">
                <a:solidFill>
                  <a:srgbClr val="262626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365">
                  <a:cs typeface="+mn-ea"/>
                  <a:sym typeface="+mn-lt"/>
                </a:endParaRPr>
              </a:p>
            </p:txBody>
          </p:sp>
          <p:sp>
            <p:nvSpPr>
              <p:cNvPr id="36" name="任意多边形 25"/>
              <p:cNvSpPr/>
              <p:nvPr/>
            </p:nvSpPr>
            <p:spPr>
              <a:xfrm>
                <a:off x="2176934" y="4495047"/>
                <a:ext cx="227805" cy="371040"/>
              </a:xfrm>
              <a:custGeom>
                <a:avLst/>
                <a:gdLst>
                  <a:gd name="connsiteX0" fmla="*/ 131483 w 768692"/>
                  <a:gd name="connsiteY0" fmla="*/ 0 h 962212"/>
                  <a:gd name="connsiteX1" fmla="*/ 394448 w 768692"/>
                  <a:gd name="connsiteY1" fmla="*/ 197223 h 962212"/>
                  <a:gd name="connsiteX2" fmla="*/ 621553 w 768692"/>
                  <a:gd name="connsiteY2" fmla="*/ 137459 h 962212"/>
                  <a:gd name="connsiteX3" fmla="*/ 764989 w 768692"/>
                  <a:gd name="connsiteY3" fmla="*/ 472141 h 962212"/>
                  <a:gd name="connsiteX4" fmla="*/ 472142 w 768692"/>
                  <a:gd name="connsiteY4" fmla="*/ 531906 h 962212"/>
                  <a:gd name="connsiteX5" fmla="*/ 591671 w 768692"/>
                  <a:gd name="connsiteY5" fmla="*/ 770965 h 962212"/>
                  <a:gd name="connsiteX6" fmla="*/ 442259 w 768692"/>
                  <a:gd name="connsiteY6" fmla="*/ 806823 h 962212"/>
                  <a:gd name="connsiteX7" fmla="*/ 352612 w 768692"/>
                  <a:gd name="connsiteY7" fmla="*/ 693271 h 962212"/>
                  <a:gd name="connsiteX8" fmla="*/ 197224 w 768692"/>
                  <a:gd name="connsiteY8" fmla="*/ 878541 h 962212"/>
                  <a:gd name="connsiteX9" fmla="*/ 0 w 768692"/>
                  <a:gd name="connsiteY9" fmla="*/ 962212 h 962212"/>
                  <a:gd name="connsiteX0-1" fmla="*/ 61103 w 698312"/>
                  <a:gd name="connsiteY0-2" fmla="*/ 0 h 1082820"/>
                  <a:gd name="connsiteX1-3" fmla="*/ 324068 w 698312"/>
                  <a:gd name="connsiteY1-4" fmla="*/ 197223 h 1082820"/>
                  <a:gd name="connsiteX2-5" fmla="*/ 551173 w 698312"/>
                  <a:gd name="connsiteY2-6" fmla="*/ 137459 h 1082820"/>
                  <a:gd name="connsiteX3-7" fmla="*/ 694609 w 698312"/>
                  <a:gd name="connsiteY3-8" fmla="*/ 472141 h 1082820"/>
                  <a:gd name="connsiteX4-9" fmla="*/ 401762 w 698312"/>
                  <a:gd name="connsiteY4-10" fmla="*/ 531906 h 1082820"/>
                  <a:gd name="connsiteX5-11" fmla="*/ 521291 w 698312"/>
                  <a:gd name="connsiteY5-12" fmla="*/ 770965 h 1082820"/>
                  <a:gd name="connsiteX6-13" fmla="*/ 371879 w 698312"/>
                  <a:gd name="connsiteY6-14" fmla="*/ 806823 h 1082820"/>
                  <a:gd name="connsiteX7-15" fmla="*/ 282232 w 698312"/>
                  <a:gd name="connsiteY7-16" fmla="*/ 693271 h 1082820"/>
                  <a:gd name="connsiteX8-17" fmla="*/ 126844 w 698312"/>
                  <a:gd name="connsiteY8-18" fmla="*/ 878541 h 1082820"/>
                  <a:gd name="connsiteX9-19" fmla="*/ 0 w 698312"/>
                  <a:gd name="connsiteY9-20" fmla="*/ 1082820 h 1082820"/>
                  <a:gd name="connsiteX0-21" fmla="*/ 61103 w 698312"/>
                  <a:gd name="connsiteY0-22" fmla="*/ 0 h 1082820"/>
                  <a:gd name="connsiteX1-23" fmla="*/ 324068 w 698312"/>
                  <a:gd name="connsiteY1-24" fmla="*/ 197223 h 1082820"/>
                  <a:gd name="connsiteX2-25" fmla="*/ 551173 w 698312"/>
                  <a:gd name="connsiteY2-26" fmla="*/ 137459 h 1082820"/>
                  <a:gd name="connsiteX3-27" fmla="*/ 694609 w 698312"/>
                  <a:gd name="connsiteY3-28" fmla="*/ 472141 h 1082820"/>
                  <a:gd name="connsiteX4-29" fmla="*/ 401762 w 698312"/>
                  <a:gd name="connsiteY4-30" fmla="*/ 531906 h 1082820"/>
                  <a:gd name="connsiteX5-31" fmla="*/ 521291 w 698312"/>
                  <a:gd name="connsiteY5-32" fmla="*/ 770965 h 1082820"/>
                  <a:gd name="connsiteX6-33" fmla="*/ 371879 w 698312"/>
                  <a:gd name="connsiteY6-34" fmla="*/ 806823 h 1082820"/>
                  <a:gd name="connsiteX7-35" fmla="*/ 282232 w 698312"/>
                  <a:gd name="connsiteY7-36" fmla="*/ 693271 h 1082820"/>
                  <a:gd name="connsiteX8-37" fmla="*/ 176111 w 698312"/>
                  <a:gd name="connsiteY8-38" fmla="*/ 905342 h 1082820"/>
                  <a:gd name="connsiteX9-39" fmla="*/ 0 w 698312"/>
                  <a:gd name="connsiteY9-40" fmla="*/ 1082820 h 1082820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  <a:cxn ang="0">
                    <a:pos x="connsiteX5-11" y="connsiteY5-12"/>
                  </a:cxn>
                  <a:cxn ang="0">
                    <a:pos x="connsiteX6-13" y="connsiteY6-14"/>
                  </a:cxn>
                  <a:cxn ang="0">
                    <a:pos x="connsiteX7-15" y="connsiteY7-16"/>
                  </a:cxn>
                  <a:cxn ang="0">
                    <a:pos x="connsiteX8-17" y="connsiteY8-18"/>
                  </a:cxn>
                  <a:cxn ang="0">
                    <a:pos x="connsiteX9-19" y="connsiteY9-20"/>
                  </a:cxn>
                </a:cxnLst>
                <a:rect l="l" t="t" r="r" b="b"/>
                <a:pathLst>
                  <a:path w="698312" h="1082820">
                    <a:moveTo>
                      <a:pt x="61103" y="0"/>
                    </a:moveTo>
                    <a:cubicBezTo>
                      <a:pt x="151746" y="87156"/>
                      <a:pt x="242390" y="174313"/>
                      <a:pt x="324068" y="197223"/>
                    </a:cubicBezTo>
                    <a:cubicBezTo>
                      <a:pt x="405746" y="220133"/>
                      <a:pt x="489416" y="91639"/>
                      <a:pt x="551173" y="137459"/>
                    </a:cubicBezTo>
                    <a:cubicBezTo>
                      <a:pt x="612930" y="183279"/>
                      <a:pt x="719511" y="406400"/>
                      <a:pt x="694609" y="472141"/>
                    </a:cubicBezTo>
                    <a:cubicBezTo>
                      <a:pt x="669707" y="537882"/>
                      <a:pt x="430648" y="482102"/>
                      <a:pt x="401762" y="531906"/>
                    </a:cubicBezTo>
                    <a:cubicBezTo>
                      <a:pt x="372876" y="581710"/>
                      <a:pt x="526272" y="725146"/>
                      <a:pt x="521291" y="770965"/>
                    </a:cubicBezTo>
                    <a:cubicBezTo>
                      <a:pt x="516311" y="816785"/>
                      <a:pt x="411722" y="819772"/>
                      <a:pt x="371879" y="806823"/>
                    </a:cubicBezTo>
                    <a:cubicBezTo>
                      <a:pt x="332036" y="793874"/>
                      <a:pt x="314860" y="676851"/>
                      <a:pt x="282232" y="693271"/>
                    </a:cubicBezTo>
                    <a:cubicBezTo>
                      <a:pt x="249604" y="709691"/>
                      <a:pt x="223150" y="840417"/>
                      <a:pt x="176111" y="905342"/>
                    </a:cubicBezTo>
                    <a:cubicBezTo>
                      <a:pt x="129072" y="970267"/>
                      <a:pt x="69227" y="1063396"/>
                      <a:pt x="0" y="1082820"/>
                    </a:cubicBezTo>
                  </a:path>
                </a:pathLst>
              </a:custGeom>
              <a:noFill/>
              <a:ln w="38100" cap="rnd">
                <a:solidFill>
                  <a:srgbClr val="262626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365">
                  <a:cs typeface="+mn-ea"/>
                  <a:sym typeface="+mn-lt"/>
                </a:endParaRPr>
              </a:p>
            </p:txBody>
          </p:sp>
          <p:sp>
            <p:nvSpPr>
              <p:cNvPr id="37" name="任意多边形 26"/>
              <p:cNvSpPr/>
              <p:nvPr/>
            </p:nvSpPr>
            <p:spPr>
              <a:xfrm>
                <a:off x="2353279" y="4809159"/>
                <a:ext cx="49757" cy="61548"/>
              </a:xfrm>
              <a:custGeom>
                <a:avLst/>
                <a:gdLst>
                  <a:gd name="connsiteX0" fmla="*/ 6763 w 126447"/>
                  <a:gd name="connsiteY0" fmla="*/ 18499 h 191822"/>
                  <a:gd name="connsiteX1" fmla="*/ 126292 w 126447"/>
                  <a:gd name="connsiteY1" fmla="*/ 24476 h 191822"/>
                  <a:gd name="connsiteX2" fmla="*/ 30669 w 126447"/>
                  <a:gd name="connsiteY2" fmla="*/ 191817 h 191822"/>
                  <a:gd name="connsiteX3" fmla="*/ 6763 w 126447"/>
                  <a:gd name="connsiteY3" fmla="*/ 18499 h 191822"/>
                  <a:gd name="connsiteX0-1" fmla="*/ 394 w 120595"/>
                  <a:gd name="connsiteY0-2" fmla="*/ 16500 h 159942"/>
                  <a:gd name="connsiteX1-3" fmla="*/ 119923 w 120595"/>
                  <a:gd name="connsiteY1-4" fmla="*/ 22477 h 159942"/>
                  <a:gd name="connsiteX2-5" fmla="*/ 84065 w 120595"/>
                  <a:gd name="connsiteY2-6" fmla="*/ 159936 h 159942"/>
                  <a:gd name="connsiteX3-7" fmla="*/ 394 w 120595"/>
                  <a:gd name="connsiteY3-8" fmla="*/ 16500 h 159942"/>
                  <a:gd name="connsiteX0-9" fmla="*/ 939 w 129518"/>
                  <a:gd name="connsiteY0-10" fmla="*/ 16500 h 160211"/>
                  <a:gd name="connsiteX1-11" fmla="*/ 120468 w 129518"/>
                  <a:gd name="connsiteY1-12" fmla="*/ 22477 h 160211"/>
                  <a:gd name="connsiteX2-13" fmla="*/ 84610 w 129518"/>
                  <a:gd name="connsiteY2-14" fmla="*/ 159936 h 160211"/>
                  <a:gd name="connsiteX3-15" fmla="*/ 939 w 129518"/>
                  <a:gd name="connsiteY3-16" fmla="*/ 16500 h 160211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</a:cxnLst>
                <a:rect l="l" t="t" r="r" b="b"/>
                <a:pathLst>
                  <a:path w="129518" h="160211">
                    <a:moveTo>
                      <a:pt x="939" y="16500"/>
                    </a:moveTo>
                    <a:cubicBezTo>
                      <a:pt x="6915" y="-6410"/>
                      <a:pt x="116484" y="-6409"/>
                      <a:pt x="120468" y="22477"/>
                    </a:cubicBezTo>
                    <a:cubicBezTo>
                      <a:pt x="124452" y="51363"/>
                      <a:pt x="152344" y="152964"/>
                      <a:pt x="84610" y="159936"/>
                    </a:cubicBezTo>
                    <a:cubicBezTo>
                      <a:pt x="16876" y="166908"/>
                      <a:pt x="-5037" y="39410"/>
                      <a:pt x="939" y="16500"/>
                    </a:cubicBezTo>
                    <a:close/>
                  </a:path>
                </a:pathLst>
              </a:custGeom>
              <a:noFill/>
              <a:ln w="38100" cap="rnd">
                <a:solidFill>
                  <a:srgbClr val="262626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365">
                  <a:cs typeface="+mn-ea"/>
                  <a:sym typeface="+mn-lt"/>
                </a:endParaRPr>
              </a:p>
            </p:txBody>
          </p:sp>
          <p:sp>
            <p:nvSpPr>
              <p:cNvPr id="38" name="任意多边形 27"/>
              <p:cNvSpPr/>
              <p:nvPr/>
            </p:nvSpPr>
            <p:spPr>
              <a:xfrm>
                <a:off x="2500518" y="4409062"/>
                <a:ext cx="255640" cy="461540"/>
              </a:xfrm>
              <a:custGeom>
                <a:avLst/>
                <a:gdLst>
                  <a:gd name="connsiteX0" fmla="*/ 420402 w 665437"/>
                  <a:gd name="connsiteY0" fmla="*/ 0 h 1201399"/>
                  <a:gd name="connsiteX1" fmla="*/ 181343 w 665437"/>
                  <a:gd name="connsiteY1" fmla="*/ 161365 h 1201399"/>
                  <a:gd name="connsiteX2" fmla="*/ 37908 w 665437"/>
                  <a:gd name="connsiteY2" fmla="*/ 173318 h 1201399"/>
                  <a:gd name="connsiteX3" fmla="*/ 2049 w 665437"/>
                  <a:gd name="connsiteY3" fmla="*/ 239059 h 1201399"/>
                  <a:gd name="connsiteX4" fmla="*/ 37908 w 665437"/>
                  <a:gd name="connsiteY4" fmla="*/ 579718 h 1201399"/>
                  <a:gd name="connsiteX5" fmla="*/ 306849 w 665437"/>
                  <a:gd name="connsiteY5" fmla="*/ 753036 h 1201399"/>
                  <a:gd name="connsiteX6" fmla="*/ 282943 w 665437"/>
                  <a:gd name="connsiteY6" fmla="*/ 926353 h 1201399"/>
                  <a:gd name="connsiteX7" fmla="*/ 336731 w 665437"/>
                  <a:gd name="connsiteY7" fmla="*/ 1093695 h 1201399"/>
                  <a:gd name="connsiteX8" fmla="*/ 306849 w 665437"/>
                  <a:gd name="connsiteY8" fmla="*/ 1201271 h 1201399"/>
                  <a:gd name="connsiteX9" fmla="*/ 408449 w 665437"/>
                  <a:gd name="connsiteY9" fmla="*/ 1111624 h 1201399"/>
                  <a:gd name="connsiteX10" fmla="*/ 444308 w 665437"/>
                  <a:gd name="connsiteY10" fmla="*/ 944283 h 1201399"/>
                  <a:gd name="connsiteX11" fmla="*/ 516025 w 665437"/>
                  <a:gd name="connsiteY11" fmla="*/ 818777 h 1201399"/>
                  <a:gd name="connsiteX12" fmla="*/ 665437 w 665437"/>
                  <a:gd name="connsiteY12" fmla="*/ 753036 h 12013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665437" h="1201399">
                    <a:moveTo>
                      <a:pt x="420402" y="0"/>
                    </a:moveTo>
                    <a:cubicBezTo>
                      <a:pt x="332747" y="66239"/>
                      <a:pt x="245092" y="132479"/>
                      <a:pt x="181343" y="161365"/>
                    </a:cubicBezTo>
                    <a:cubicBezTo>
                      <a:pt x="117594" y="190251"/>
                      <a:pt x="67790" y="160369"/>
                      <a:pt x="37908" y="173318"/>
                    </a:cubicBezTo>
                    <a:cubicBezTo>
                      <a:pt x="8026" y="186267"/>
                      <a:pt x="2049" y="171326"/>
                      <a:pt x="2049" y="239059"/>
                    </a:cubicBezTo>
                    <a:cubicBezTo>
                      <a:pt x="2049" y="306792"/>
                      <a:pt x="-12892" y="494055"/>
                      <a:pt x="37908" y="579718"/>
                    </a:cubicBezTo>
                    <a:cubicBezTo>
                      <a:pt x="88708" y="665381"/>
                      <a:pt x="266010" y="695264"/>
                      <a:pt x="306849" y="753036"/>
                    </a:cubicBezTo>
                    <a:cubicBezTo>
                      <a:pt x="347688" y="810808"/>
                      <a:pt x="277963" y="869577"/>
                      <a:pt x="282943" y="926353"/>
                    </a:cubicBezTo>
                    <a:cubicBezTo>
                      <a:pt x="287923" y="983129"/>
                      <a:pt x="332747" y="1047875"/>
                      <a:pt x="336731" y="1093695"/>
                    </a:cubicBezTo>
                    <a:cubicBezTo>
                      <a:pt x="340715" y="1139515"/>
                      <a:pt x="294896" y="1198283"/>
                      <a:pt x="306849" y="1201271"/>
                    </a:cubicBezTo>
                    <a:cubicBezTo>
                      <a:pt x="318802" y="1204259"/>
                      <a:pt x="385539" y="1154455"/>
                      <a:pt x="408449" y="1111624"/>
                    </a:cubicBezTo>
                    <a:cubicBezTo>
                      <a:pt x="431359" y="1068793"/>
                      <a:pt x="426379" y="993091"/>
                      <a:pt x="444308" y="944283"/>
                    </a:cubicBezTo>
                    <a:cubicBezTo>
                      <a:pt x="462237" y="895475"/>
                      <a:pt x="479170" y="850651"/>
                      <a:pt x="516025" y="818777"/>
                    </a:cubicBezTo>
                    <a:cubicBezTo>
                      <a:pt x="552880" y="786903"/>
                      <a:pt x="609158" y="769969"/>
                      <a:pt x="665437" y="753036"/>
                    </a:cubicBezTo>
                  </a:path>
                </a:pathLst>
              </a:custGeom>
              <a:noFill/>
              <a:ln w="38100" cap="rnd">
                <a:solidFill>
                  <a:srgbClr val="262626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365">
                  <a:cs typeface="+mn-ea"/>
                  <a:sym typeface="+mn-lt"/>
                </a:endParaRPr>
              </a:p>
            </p:txBody>
          </p:sp>
          <p:sp>
            <p:nvSpPr>
              <p:cNvPr id="39" name="任意多边形 28"/>
              <p:cNvSpPr/>
              <p:nvPr/>
            </p:nvSpPr>
            <p:spPr>
              <a:xfrm>
                <a:off x="2693191" y="4801426"/>
                <a:ext cx="48215" cy="91839"/>
              </a:xfrm>
              <a:custGeom>
                <a:avLst/>
                <a:gdLst>
                  <a:gd name="connsiteX0" fmla="*/ 125506 w 125506"/>
                  <a:gd name="connsiteY0" fmla="*/ 0 h 239059"/>
                  <a:gd name="connsiteX1" fmla="*/ 59765 w 125506"/>
                  <a:gd name="connsiteY1" fmla="*/ 23906 h 239059"/>
                  <a:gd name="connsiteX2" fmla="*/ 0 w 125506"/>
                  <a:gd name="connsiteY2" fmla="*/ 143435 h 239059"/>
                  <a:gd name="connsiteX3" fmla="*/ 59765 w 125506"/>
                  <a:gd name="connsiteY3" fmla="*/ 239059 h 2390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5506" h="239059">
                    <a:moveTo>
                      <a:pt x="125506" y="0"/>
                    </a:moveTo>
                    <a:cubicBezTo>
                      <a:pt x="103094" y="0"/>
                      <a:pt x="80683" y="0"/>
                      <a:pt x="59765" y="23906"/>
                    </a:cubicBezTo>
                    <a:cubicBezTo>
                      <a:pt x="38847" y="47812"/>
                      <a:pt x="0" y="107576"/>
                      <a:pt x="0" y="143435"/>
                    </a:cubicBezTo>
                    <a:cubicBezTo>
                      <a:pt x="0" y="179294"/>
                      <a:pt x="29882" y="209176"/>
                      <a:pt x="59765" y="239059"/>
                    </a:cubicBezTo>
                  </a:path>
                </a:pathLst>
              </a:custGeom>
              <a:noFill/>
              <a:ln w="38100" cap="rnd">
                <a:solidFill>
                  <a:srgbClr val="262626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365">
                  <a:cs typeface="+mn-ea"/>
                  <a:sym typeface="+mn-lt"/>
                </a:endParaRPr>
              </a:p>
            </p:txBody>
          </p:sp>
        </p:grpSp>
        <p:sp>
          <p:nvSpPr>
            <p:cNvPr id="18" name="任意多边形 7"/>
            <p:cNvSpPr/>
            <p:nvPr/>
          </p:nvSpPr>
          <p:spPr>
            <a:xfrm rot="20279529">
              <a:off x="2598986" y="4623585"/>
              <a:ext cx="174702" cy="83215"/>
            </a:xfrm>
            <a:custGeom>
              <a:avLst/>
              <a:gdLst>
                <a:gd name="connsiteX0" fmla="*/ 0 w 145605"/>
                <a:gd name="connsiteY0" fmla="*/ 221320 h 221320"/>
                <a:gd name="connsiteX1" fmla="*/ 66978 w 145605"/>
                <a:gd name="connsiteY1" fmla="*/ 107748 h 221320"/>
                <a:gd name="connsiteX2" fmla="*/ 145605 w 145605"/>
                <a:gd name="connsiteY2" fmla="*/ 0 h 221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5605" h="221320">
                  <a:moveTo>
                    <a:pt x="0" y="221320"/>
                  </a:moveTo>
                  <a:cubicBezTo>
                    <a:pt x="21355" y="182977"/>
                    <a:pt x="42711" y="144635"/>
                    <a:pt x="66978" y="107748"/>
                  </a:cubicBezTo>
                  <a:cubicBezTo>
                    <a:pt x="91245" y="70861"/>
                    <a:pt x="118425" y="35430"/>
                    <a:pt x="145605" y="0"/>
                  </a:cubicBezTo>
                </a:path>
              </a:pathLst>
            </a:custGeom>
            <a:noFill/>
            <a:ln w="38100" cap="rnd">
              <a:solidFill>
                <a:srgbClr val="262626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365">
                <a:cs typeface="+mn-ea"/>
                <a:sym typeface="+mn-lt"/>
              </a:endParaRPr>
            </a:p>
          </p:txBody>
        </p:sp>
        <p:sp>
          <p:nvSpPr>
            <p:cNvPr id="19" name="任意多边形 8"/>
            <p:cNvSpPr/>
            <p:nvPr/>
          </p:nvSpPr>
          <p:spPr>
            <a:xfrm rot="20279529">
              <a:off x="2479594" y="4480388"/>
              <a:ext cx="223342" cy="118799"/>
            </a:xfrm>
            <a:custGeom>
              <a:avLst/>
              <a:gdLst>
                <a:gd name="connsiteX0" fmla="*/ 0 w 145605"/>
                <a:gd name="connsiteY0" fmla="*/ 221320 h 221320"/>
                <a:gd name="connsiteX1" fmla="*/ 66978 w 145605"/>
                <a:gd name="connsiteY1" fmla="*/ 107748 h 221320"/>
                <a:gd name="connsiteX2" fmla="*/ 145605 w 145605"/>
                <a:gd name="connsiteY2" fmla="*/ 0 h 221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5605" h="221320">
                  <a:moveTo>
                    <a:pt x="0" y="221320"/>
                  </a:moveTo>
                  <a:cubicBezTo>
                    <a:pt x="21355" y="182977"/>
                    <a:pt x="42711" y="144635"/>
                    <a:pt x="66978" y="107748"/>
                  </a:cubicBezTo>
                  <a:cubicBezTo>
                    <a:pt x="91245" y="70861"/>
                    <a:pt x="118425" y="35430"/>
                    <a:pt x="145605" y="0"/>
                  </a:cubicBezTo>
                </a:path>
              </a:pathLst>
            </a:custGeom>
            <a:noFill/>
            <a:ln w="38100" cap="rnd">
              <a:solidFill>
                <a:srgbClr val="262626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365">
                <a:cs typeface="+mn-ea"/>
                <a:sym typeface="+mn-lt"/>
              </a:endParaRPr>
            </a:p>
          </p:txBody>
        </p:sp>
        <p:sp>
          <p:nvSpPr>
            <p:cNvPr id="20" name="任意多边形 9"/>
            <p:cNvSpPr/>
            <p:nvPr/>
          </p:nvSpPr>
          <p:spPr>
            <a:xfrm rot="20279529">
              <a:off x="2127432" y="4559080"/>
              <a:ext cx="113703" cy="55204"/>
            </a:xfrm>
            <a:custGeom>
              <a:avLst/>
              <a:gdLst>
                <a:gd name="connsiteX0" fmla="*/ 0 w 145605"/>
                <a:gd name="connsiteY0" fmla="*/ 221320 h 221320"/>
                <a:gd name="connsiteX1" fmla="*/ 66978 w 145605"/>
                <a:gd name="connsiteY1" fmla="*/ 107748 h 221320"/>
                <a:gd name="connsiteX2" fmla="*/ 145605 w 145605"/>
                <a:gd name="connsiteY2" fmla="*/ 0 h 221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5605" h="221320">
                  <a:moveTo>
                    <a:pt x="0" y="221320"/>
                  </a:moveTo>
                  <a:cubicBezTo>
                    <a:pt x="21355" y="182977"/>
                    <a:pt x="42711" y="144635"/>
                    <a:pt x="66978" y="107748"/>
                  </a:cubicBezTo>
                  <a:cubicBezTo>
                    <a:pt x="91245" y="70861"/>
                    <a:pt x="118425" y="35430"/>
                    <a:pt x="145605" y="0"/>
                  </a:cubicBezTo>
                </a:path>
              </a:pathLst>
            </a:custGeom>
            <a:noFill/>
            <a:ln w="38100" cap="rnd">
              <a:solidFill>
                <a:srgbClr val="262626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365">
                <a:cs typeface="+mn-ea"/>
                <a:sym typeface="+mn-lt"/>
              </a:endParaRPr>
            </a:p>
          </p:txBody>
        </p:sp>
        <p:sp>
          <p:nvSpPr>
            <p:cNvPr id="21" name="任意多边形 10"/>
            <p:cNvSpPr/>
            <p:nvPr/>
          </p:nvSpPr>
          <p:spPr>
            <a:xfrm rot="20279529">
              <a:off x="2594340" y="4571943"/>
              <a:ext cx="163589" cy="96477"/>
            </a:xfrm>
            <a:custGeom>
              <a:avLst/>
              <a:gdLst>
                <a:gd name="connsiteX0" fmla="*/ 0 w 145605"/>
                <a:gd name="connsiteY0" fmla="*/ 221320 h 221320"/>
                <a:gd name="connsiteX1" fmla="*/ 66978 w 145605"/>
                <a:gd name="connsiteY1" fmla="*/ 107748 h 221320"/>
                <a:gd name="connsiteX2" fmla="*/ 145605 w 145605"/>
                <a:gd name="connsiteY2" fmla="*/ 0 h 221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5605" h="221320">
                  <a:moveTo>
                    <a:pt x="0" y="221320"/>
                  </a:moveTo>
                  <a:cubicBezTo>
                    <a:pt x="21355" y="182977"/>
                    <a:pt x="42711" y="144635"/>
                    <a:pt x="66978" y="107748"/>
                  </a:cubicBezTo>
                  <a:cubicBezTo>
                    <a:pt x="91245" y="70861"/>
                    <a:pt x="118425" y="35430"/>
                    <a:pt x="145605" y="0"/>
                  </a:cubicBezTo>
                </a:path>
              </a:pathLst>
            </a:custGeom>
            <a:noFill/>
            <a:ln w="38100" cap="rnd">
              <a:solidFill>
                <a:srgbClr val="262626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365">
                <a:cs typeface="+mn-ea"/>
                <a:sym typeface="+mn-lt"/>
              </a:endParaRPr>
            </a:p>
          </p:txBody>
        </p:sp>
        <p:sp>
          <p:nvSpPr>
            <p:cNvPr id="22" name="任意多边形 11"/>
            <p:cNvSpPr/>
            <p:nvPr/>
          </p:nvSpPr>
          <p:spPr>
            <a:xfrm rot="20279529">
              <a:off x="2135494" y="4638968"/>
              <a:ext cx="269481" cy="148400"/>
            </a:xfrm>
            <a:custGeom>
              <a:avLst/>
              <a:gdLst>
                <a:gd name="connsiteX0" fmla="*/ 0 w 145605"/>
                <a:gd name="connsiteY0" fmla="*/ 221320 h 221320"/>
                <a:gd name="connsiteX1" fmla="*/ 66978 w 145605"/>
                <a:gd name="connsiteY1" fmla="*/ 107748 h 221320"/>
                <a:gd name="connsiteX2" fmla="*/ 145605 w 145605"/>
                <a:gd name="connsiteY2" fmla="*/ 0 h 221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5605" h="221320">
                  <a:moveTo>
                    <a:pt x="0" y="221320"/>
                  </a:moveTo>
                  <a:cubicBezTo>
                    <a:pt x="21355" y="182977"/>
                    <a:pt x="42711" y="144635"/>
                    <a:pt x="66978" y="107748"/>
                  </a:cubicBezTo>
                  <a:cubicBezTo>
                    <a:pt x="91245" y="70861"/>
                    <a:pt x="118425" y="35430"/>
                    <a:pt x="145605" y="0"/>
                  </a:cubicBezTo>
                </a:path>
              </a:pathLst>
            </a:custGeom>
            <a:noFill/>
            <a:ln w="38100" cap="rnd">
              <a:solidFill>
                <a:srgbClr val="262626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365">
                <a:cs typeface="+mn-ea"/>
                <a:sym typeface="+mn-lt"/>
              </a:endParaRPr>
            </a:p>
          </p:txBody>
        </p:sp>
        <p:sp>
          <p:nvSpPr>
            <p:cNvPr id="23" name="任意多边形 12"/>
            <p:cNvSpPr/>
            <p:nvPr/>
          </p:nvSpPr>
          <p:spPr>
            <a:xfrm rot="20279529">
              <a:off x="2551870" y="4532497"/>
              <a:ext cx="202631" cy="103394"/>
            </a:xfrm>
            <a:custGeom>
              <a:avLst/>
              <a:gdLst>
                <a:gd name="connsiteX0" fmla="*/ 0 w 145605"/>
                <a:gd name="connsiteY0" fmla="*/ 221320 h 221320"/>
                <a:gd name="connsiteX1" fmla="*/ 66978 w 145605"/>
                <a:gd name="connsiteY1" fmla="*/ 107748 h 221320"/>
                <a:gd name="connsiteX2" fmla="*/ 145605 w 145605"/>
                <a:gd name="connsiteY2" fmla="*/ 0 h 221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5605" h="221320">
                  <a:moveTo>
                    <a:pt x="0" y="221320"/>
                  </a:moveTo>
                  <a:cubicBezTo>
                    <a:pt x="21355" y="182977"/>
                    <a:pt x="42711" y="144635"/>
                    <a:pt x="66978" y="107748"/>
                  </a:cubicBezTo>
                  <a:cubicBezTo>
                    <a:pt x="91245" y="70861"/>
                    <a:pt x="118425" y="35430"/>
                    <a:pt x="145605" y="0"/>
                  </a:cubicBezTo>
                </a:path>
              </a:pathLst>
            </a:custGeom>
            <a:noFill/>
            <a:ln w="38100" cap="rnd">
              <a:solidFill>
                <a:srgbClr val="262626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365">
                <a:cs typeface="+mn-ea"/>
                <a:sym typeface="+mn-lt"/>
              </a:endParaRPr>
            </a:p>
          </p:txBody>
        </p:sp>
        <p:sp>
          <p:nvSpPr>
            <p:cNvPr id="24" name="任意多边形 13"/>
            <p:cNvSpPr/>
            <p:nvPr/>
          </p:nvSpPr>
          <p:spPr>
            <a:xfrm rot="20279529">
              <a:off x="2524324" y="4506303"/>
              <a:ext cx="197416" cy="96522"/>
            </a:xfrm>
            <a:custGeom>
              <a:avLst/>
              <a:gdLst>
                <a:gd name="connsiteX0" fmla="*/ 0 w 145605"/>
                <a:gd name="connsiteY0" fmla="*/ 221320 h 221320"/>
                <a:gd name="connsiteX1" fmla="*/ 66978 w 145605"/>
                <a:gd name="connsiteY1" fmla="*/ 107748 h 221320"/>
                <a:gd name="connsiteX2" fmla="*/ 145605 w 145605"/>
                <a:gd name="connsiteY2" fmla="*/ 0 h 221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5605" h="221320">
                  <a:moveTo>
                    <a:pt x="0" y="221320"/>
                  </a:moveTo>
                  <a:cubicBezTo>
                    <a:pt x="21355" y="182977"/>
                    <a:pt x="42711" y="144635"/>
                    <a:pt x="66978" y="107748"/>
                  </a:cubicBezTo>
                  <a:cubicBezTo>
                    <a:pt x="91245" y="70861"/>
                    <a:pt x="118425" y="35430"/>
                    <a:pt x="145605" y="0"/>
                  </a:cubicBezTo>
                </a:path>
              </a:pathLst>
            </a:custGeom>
            <a:noFill/>
            <a:ln w="38100" cap="rnd">
              <a:solidFill>
                <a:srgbClr val="262626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365">
                <a:cs typeface="+mn-ea"/>
                <a:sym typeface="+mn-lt"/>
              </a:endParaRPr>
            </a:p>
          </p:txBody>
        </p:sp>
        <p:sp>
          <p:nvSpPr>
            <p:cNvPr id="25" name="任意多边形 14"/>
            <p:cNvSpPr/>
            <p:nvPr/>
          </p:nvSpPr>
          <p:spPr>
            <a:xfrm rot="20279529">
              <a:off x="2501280" y="4464115"/>
              <a:ext cx="153497" cy="79925"/>
            </a:xfrm>
            <a:custGeom>
              <a:avLst/>
              <a:gdLst>
                <a:gd name="connsiteX0" fmla="*/ 0 w 145605"/>
                <a:gd name="connsiteY0" fmla="*/ 221320 h 221320"/>
                <a:gd name="connsiteX1" fmla="*/ 66978 w 145605"/>
                <a:gd name="connsiteY1" fmla="*/ 107748 h 221320"/>
                <a:gd name="connsiteX2" fmla="*/ 145605 w 145605"/>
                <a:gd name="connsiteY2" fmla="*/ 0 h 221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5605" h="221320">
                  <a:moveTo>
                    <a:pt x="0" y="221320"/>
                  </a:moveTo>
                  <a:cubicBezTo>
                    <a:pt x="21355" y="182977"/>
                    <a:pt x="42711" y="144635"/>
                    <a:pt x="66978" y="107748"/>
                  </a:cubicBezTo>
                  <a:cubicBezTo>
                    <a:pt x="91245" y="70861"/>
                    <a:pt x="118425" y="35430"/>
                    <a:pt x="145605" y="0"/>
                  </a:cubicBezTo>
                </a:path>
              </a:pathLst>
            </a:custGeom>
            <a:noFill/>
            <a:ln w="38100" cap="rnd">
              <a:solidFill>
                <a:srgbClr val="262626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365">
                <a:cs typeface="+mn-ea"/>
                <a:sym typeface="+mn-lt"/>
              </a:endParaRPr>
            </a:p>
          </p:txBody>
        </p:sp>
        <p:sp>
          <p:nvSpPr>
            <p:cNvPr id="26" name="任意多边形 15"/>
            <p:cNvSpPr/>
            <p:nvPr/>
          </p:nvSpPr>
          <p:spPr>
            <a:xfrm rot="20279529">
              <a:off x="2328699" y="4625725"/>
              <a:ext cx="74052" cy="28249"/>
            </a:xfrm>
            <a:custGeom>
              <a:avLst/>
              <a:gdLst>
                <a:gd name="connsiteX0" fmla="*/ 0 w 145605"/>
                <a:gd name="connsiteY0" fmla="*/ 221320 h 221320"/>
                <a:gd name="connsiteX1" fmla="*/ 66978 w 145605"/>
                <a:gd name="connsiteY1" fmla="*/ 107748 h 221320"/>
                <a:gd name="connsiteX2" fmla="*/ 145605 w 145605"/>
                <a:gd name="connsiteY2" fmla="*/ 0 h 221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5605" h="221320">
                  <a:moveTo>
                    <a:pt x="0" y="221320"/>
                  </a:moveTo>
                  <a:cubicBezTo>
                    <a:pt x="21355" y="182977"/>
                    <a:pt x="42711" y="144635"/>
                    <a:pt x="66978" y="107748"/>
                  </a:cubicBezTo>
                  <a:cubicBezTo>
                    <a:pt x="91245" y="70861"/>
                    <a:pt x="118425" y="35430"/>
                    <a:pt x="145605" y="0"/>
                  </a:cubicBezTo>
                </a:path>
              </a:pathLst>
            </a:custGeom>
            <a:noFill/>
            <a:ln w="38100" cap="rnd">
              <a:solidFill>
                <a:srgbClr val="262626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365">
                <a:cs typeface="+mn-ea"/>
                <a:sym typeface="+mn-lt"/>
              </a:endParaRPr>
            </a:p>
          </p:txBody>
        </p:sp>
        <p:sp>
          <p:nvSpPr>
            <p:cNvPr id="27" name="任意多边形 16"/>
            <p:cNvSpPr/>
            <p:nvPr/>
          </p:nvSpPr>
          <p:spPr>
            <a:xfrm rot="20279529">
              <a:off x="2130536" y="4603524"/>
              <a:ext cx="189693" cy="97507"/>
            </a:xfrm>
            <a:custGeom>
              <a:avLst/>
              <a:gdLst>
                <a:gd name="connsiteX0" fmla="*/ 0 w 145605"/>
                <a:gd name="connsiteY0" fmla="*/ 221320 h 221320"/>
                <a:gd name="connsiteX1" fmla="*/ 66978 w 145605"/>
                <a:gd name="connsiteY1" fmla="*/ 107748 h 221320"/>
                <a:gd name="connsiteX2" fmla="*/ 145605 w 145605"/>
                <a:gd name="connsiteY2" fmla="*/ 0 h 221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5605" h="221320">
                  <a:moveTo>
                    <a:pt x="0" y="221320"/>
                  </a:moveTo>
                  <a:cubicBezTo>
                    <a:pt x="21355" y="182977"/>
                    <a:pt x="42711" y="144635"/>
                    <a:pt x="66978" y="107748"/>
                  </a:cubicBezTo>
                  <a:cubicBezTo>
                    <a:pt x="91245" y="70861"/>
                    <a:pt x="118425" y="35430"/>
                    <a:pt x="145605" y="0"/>
                  </a:cubicBezTo>
                </a:path>
              </a:pathLst>
            </a:custGeom>
            <a:noFill/>
            <a:ln w="38100" cap="rnd">
              <a:solidFill>
                <a:srgbClr val="262626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365">
                <a:cs typeface="+mn-ea"/>
                <a:sym typeface="+mn-lt"/>
              </a:endParaRPr>
            </a:p>
          </p:txBody>
        </p:sp>
        <p:sp>
          <p:nvSpPr>
            <p:cNvPr id="28" name="任意多边形 17"/>
            <p:cNvSpPr/>
            <p:nvPr/>
          </p:nvSpPr>
          <p:spPr>
            <a:xfrm rot="20279529">
              <a:off x="2599023" y="4660655"/>
              <a:ext cx="191800" cy="92351"/>
            </a:xfrm>
            <a:custGeom>
              <a:avLst/>
              <a:gdLst>
                <a:gd name="connsiteX0" fmla="*/ 0 w 145605"/>
                <a:gd name="connsiteY0" fmla="*/ 221320 h 221320"/>
                <a:gd name="connsiteX1" fmla="*/ 66978 w 145605"/>
                <a:gd name="connsiteY1" fmla="*/ 107748 h 221320"/>
                <a:gd name="connsiteX2" fmla="*/ 145605 w 145605"/>
                <a:gd name="connsiteY2" fmla="*/ 0 h 221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5605" h="221320">
                  <a:moveTo>
                    <a:pt x="0" y="221320"/>
                  </a:moveTo>
                  <a:cubicBezTo>
                    <a:pt x="21355" y="182977"/>
                    <a:pt x="42711" y="144635"/>
                    <a:pt x="66978" y="107748"/>
                  </a:cubicBezTo>
                  <a:cubicBezTo>
                    <a:pt x="91245" y="70861"/>
                    <a:pt x="118425" y="35430"/>
                    <a:pt x="145605" y="0"/>
                  </a:cubicBezTo>
                </a:path>
              </a:pathLst>
            </a:custGeom>
            <a:noFill/>
            <a:ln w="38100" cap="rnd">
              <a:solidFill>
                <a:srgbClr val="262626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365">
                <a:cs typeface="+mn-ea"/>
                <a:sym typeface="+mn-lt"/>
              </a:endParaRPr>
            </a:p>
          </p:txBody>
        </p:sp>
        <p:sp>
          <p:nvSpPr>
            <p:cNvPr id="29" name="任意多边形 18"/>
            <p:cNvSpPr/>
            <p:nvPr/>
          </p:nvSpPr>
          <p:spPr>
            <a:xfrm rot="20279529">
              <a:off x="2611275" y="4795392"/>
              <a:ext cx="62292" cy="38099"/>
            </a:xfrm>
            <a:custGeom>
              <a:avLst/>
              <a:gdLst>
                <a:gd name="connsiteX0" fmla="*/ 0 w 145605"/>
                <a:gd name="connsiteY0" fmla="*/ 221320 h 221320"/>
                <a:gd name="connsiteX1" fmla="*/ 66978 w 145605"/>
                <a:gd name="connsiteY1" fmla="*/ 107748 h 221320"/>
                <a:gd name="connsiteX2" fmla="*/ 145605 w 145605"/>
                <a:gd name="connsiteY2" fmla="*/ 0 h 221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5605" h="221320">
                  <a:moveTo>
                    <a:pt x="0" y="221320"/>
                  </a:moveTo>
                  <a:cubicBezTo>
                    <a:pt x="21355" y="182977"/>
                    <a:pt x="42711" y="144635"/>
                    <a:pt x="66978" y="107748"/>
                  </a:cubicBezTo>
                  <a:cubicBezTo>
                    <a:pt x="91245" y="70861"/>
                    <a:pt x="118425" y="35430"/>
                    <a:pt x="145605" y="0"/>
                  </a:cubicBezTo>
                </a:path>
              </a:pathLst>
            </a:custGeom>
            <a:noFill/>
            <a:ln w="38100" cap="rnd">
              <a:solidFill>
                <a:srgbClr val="262626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365">
                <a:cs typeface="+mn-ea"/>
                <a:sym typeface="+mn-lt"/>
              </a:endParaRPr>
            </a:p>
          </p:txBody>
        </p:sp>
        <p:sp>
          <p:nvSpPr>
            <p:cNvPr id="30" name="任意多边形 19"/>
            <p:cNvSpPr/>
            <p:nvPr/>
          </p:nvSpPr>
          <p:spPr>
            <a:xfrm rot="20279529">
              <a:off x="2492797" y="4489568"/>
              <a:ext cx="71293" cy="50292"/>
            </a:xfrm>
            <a:custGeom>
              <a:avLst/>
              <a:gdLst>
                <a:gd name="connsiteX0" fmla="*/ 0 w 145605"/>
                <a:gd name="connsiteY0" fmla="*/ 221320 h 221320"/>
                <a:gd name="connsiteX1" fmla="*/ 66978 w 145605"/>
                <a:gd name="connsiteY1" fmla="*/ 107748 h 221320"/>
                <a:gd name="connsiteX2" fmla="*/ 145605 w 145605"/>
                <a:gd name="connsiteY2" fmla="*/ 0 h 221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5605" h="221320">
                  <a:moveTo>
                    <a:pt x="0" y="221320"/>
                  </a:moveTo>
                  <a:cubicBezTo>
                    <a:pt x="21355" y="182977"/>
                    <a:pt x="42711" y="144635"/>
                    <a:pt x="66978" y="107748"/>
                  </a:cubicBezTo>
                  <a:cubicBezTo>
                    <a:pt x="91245" y="70861"/>
                    <a:pt x="118425" y="35430"/>
                    <a:pt x="145605" y="0"/>
                  </a:cubicBezTo>
                </a:path>
              </a:pathLst>
            </a:custGeom>
            <a:noFill/>
            <a:ln w="38100" cap="rnd">
              <a:solidFill>
                <a:srgbClr val="262626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365">
                <a:cs typeface="+mn-ea"/>
                <a:sym typeface="+mn-lt"/>
              </a:endParaRPr>
            </a:p>
          </p:txBody>
        </p:sp>
        <p:sp>
          <p:nvSpPr>
            <p:cNvPr id="31" name="任意多边形 20"/>
            <p:cNvSpPr/>
            <p:nvPr/>
          </p:nvSpPr>
          <p:spPr>
            <a:xfrm rot="20279529">
              <a:off x="2118578" y="4584242"/>
              <a:ext cx="149665" cy="78198"/>
            </a:xfrm>
            <a:custGeom>
              <a:avLst/>
              <a:gdLst>
                <a:gd name="connsiteX0" fmla="*/ 0 w 145605"/>
                <a:gd name="connsiteY0" fmla="*/ 221320 h 221320"/>
                <a:gd name="connsiteX1" fmla="*/ 66978 w 145605"/>
                <a:gd name="connsiteY1" fmla="*/ 107748 h 221320"/>
                <a:gd name="connsiteX2" fmla="*/ 145605 w 145605"/>
                <a:gd name="connsiteY2" fmla="*/ 0 h 221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5605" h="221320">
                  <a:moveTo>
                    <a:pt x="0" y="221320"/>
                  </a:moveTo>
                  <a:cubicBezTo>
                    <a:pt x="21355" y="182977"/>
                    <a:pt x="42711" y="144635"/>
                    <a:pt x="66978" y="107748"/>
                  </a:cubicBezTo>
                  <a:cubicBezTo>
                    <a:pt x="91245" y="70861"/>
                    <a:pt x="118425" y="35430"/>
                    <a:pt x="145605" y="0"/>
                  </a:cubicBezTo>
                </a:path>
              </a:pathLst>
            </a:custGeom>
            <a:noFill/>
            <a:ln w="38100" cap="rnd">
              <a:solidFill>
                <a:srgbClr val="262626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365">
                <a:cs typeface="+mn-ea"/>
                <a:sym typeface="+mn-lt"/>
              </a:endParaRPr>
            </a:p>
          </p:txBody>
        </p:sp>
        <p:sp>
          <p:nvSpPr>
            <p:cNvPr id="32" name="任意多边形 21"/>
            <p:cNvSpPr/>
            <p:nvPr/>
          </p:nvSpPr>
          <p:spPr>
            <a:xfrm rot="20279529">
              <a:off x="2127492" y="4608653"/>
              <a:ext cx="255388" cy="139142"/>
            </a:xfrm>
            <a:custGeom>
              <a:avLst/>
              <a:gdLst>
                <a:gd name="connsiteX0" fmla="*/ 0 w 145605"/>
                <a:gd name="connsiteY0" fmla="*/ 221320 h 221320"/>
                <a:gd name="connsiteX1" fmla="*/ 66978 w 145605"/>
                <a:gd name="connsiteY1" fmla="*/ 107748 h 221320"/>
                <a:gd name="connsiteX2" fmla="*/ 145605 w 145605"/>
                <a:gd name="connsiteY2" fmla="*/ 0 h 221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5605" h="221320">
                  <a:moveTo>
                    <a:pt x="0" y="221320"/>
                  </a:moveTo>
                  <a:cubicBezTo>
                    <a:pt x="21355" y="182977"/>
                    <a:pt x="42711" y="144635"/>
                    <a:pt x="66978" y="107748"/>
                  </a:cubicBezTo>
                  <a:cubicBezTo>
                    <a:pt x="91245" y="70861"/>
                    <a:pt x="118425" y="35430"/>
                    <a:pt x="145605" y="0"/>
                  </a:cubicBezTo>
                </a:path>
              </a:pathLst>
            </a:custGeom>
            <a:noFill/>
            <a:ln w="38100" cap="rnd">
              <a:solidFill>
                <a:srgbClr val="262626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365">
                <a:cs typeface="+mn-ea"/>
                <a:sym typeface="+mn-lt"/>
              </a:endParaRPr>
            </a:p>
          </p:txBody>
        </p:sp>
        <p:sp>
          <p:nvSpPr>
            <p:cNvPr id="33" name="任意多边形 22"/>
            <p:cNvSpPr/>
            <p:nvPr/>
          </p:nvSpPr>
          <p:spPr>
            <a:xfrm rot="20279529">
              <a:off x="2284593" y="4709127"/>
              <a:ext cx="38604" cy="23656"/>
            </a:xfrm>
            <a:custGeom>
              <a:avLst/>
              <a:gdLst>
                <a:gd name="connsiteX0" fmla="*/ 0 w 145605"/>
                <a:gd name="connsiteY0" fmla="*/ 221320 h 221320"/>
                <a:gd name="connsiteX1" fmla="*/ 66978 w 145605"/>
                <a:gd name="connsiteY1" fmla="*/ 107748 h 221320"/>
                <a:gd name="connsiteX2" fmla="*/ 145605 w 145605"/>
                <a:gd name="connsiteY2" fmla="*/ 0 h 221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5605" h="221320">
                  <a:moveTo>
                    <a:pt x="0" y="221320"/>
                  </a:moveTo>
                  <a:cubicBezTo>
                    <a:pt x="21355" y="182977"/>
                    <a:pt x="42711" y="144635"/>
                    <a:pt x="66978" y="107748"/>
                  </a:cubicBezTo>
                  <a:cubicBezTo>
                    <a:pt x="91245" y="70861"/>
                    <a:pt x="118425" y="35430"/>
                    <a:pt x="145605" y="0"/>
                  </a:cubicBezTo>
                </a:path>
              </a:pathLst>
            </a:custGeom>
            <a:noFill/>
            <a:ln w="38100" cap="rnd">
              <a:solidFill>
                <a:srgbClr val="262626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365">
                <a:cs typeface="+mn-ea"/>
                <a:sym typeface="+mn-lt"/>
              </a:endParaRPr>
            </a:p>
          </p:txBody>
        </p:sp>
        <p:sp>
          <p:nvSpPr>
            <p:cNvPr id="34" name="任意多边形 23"/>
            <p:cNvSpPr/>
            <p:nvPr/>
          </p:nvSpPr>
          <p:spPr>
            <a:xfrm rot="20279529">
              <a:off x="2302799" y="4734812"/>
              <a:ext cx="38604" cy="23656"/>
            </a:xfrm>
            <a:custGeom>
              <a:avLst/>
              <a:gdLst>
                <a:gd name="connsiteX0" fmla="*/ 0 w 145605"/>
                <a:gd name="connsiteY0" fmla="*/ 221320 h 221320"/>
                <a:gd name="connsiteX1" fmla="*/ 66978 w 145605"/>
                <a:gd name="connsiteY1" fmla="*/ 107748 h 221320"/>
                <a:gd name="connsiteX2" fmla="*/ 145605 w 145605"/>
                <a:gd name="connsiteY2" fmla="*/ 0 h 221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5605" h="221320">
                  <a:moveTo>
                    <a:pt x="0" y="221320"/>
                  </a:moveTo>
                  <a:cubicBezTo>
                    <a:pt x="21355" y="182977"/>
                    <a:pt x="42711" y="144635"/>
                    <a:pt x="66978" y="107748"/>
                  </a:cubicBezTo>
                  <a:cubicBezTo>
                    <a:pt x="91245" y="70861"/>
                    <a:pt x="118425" y="35430"/>
                    <a:pt x="145605" y="0"/>
                  </a:cubicBezTo>
                </a:path>
              </a:pathLst>
            </a:custGeom>
            <a:noFill/>
            <a:ln w="38100" cap="rnd">
              <a:solidFill>
                <a:srgbClr val="262626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365"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>
        <p:pull/>
      </p:transition>
    </mc:Choice>
    <mc:Fallback>
      <p:transition spd="med">
        <p:pull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29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911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332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332" tmFilter="0, 0; 0.125,0.2665; 0.25,0.4; 0.375,0.465; 0.5,0.5;  0.625,0.535; 0.75,0.6; 0.875,0.7335; 1,1">
                                          <p:stCondLst>
                                            <p:cond delay="332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66" tmFilter="0, 0; 0.125,0.2665; 0.25,0.4; 0.375,0.465; 0.5,0.5;  0.625,0.535; 0.75,0.6; 0.875,0.7335; 1,1">
                                          <p:stCondLst>
                                            <p:cond delay="662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82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7" dur="13">
                                          <p:stCondLst>
                                            <p:cond delay="325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8" dur="83" decel="50000">
                                          <p:stCondLst>
                                            <p:cond delay="338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13">
                                          <p:stCondLst>
                                            <p:cond delay="656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0" dur="83" decel="50000">
                                          <p:stCondLst>
                                            <p:cond delay="66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" dur="13">
                                          <p:stCondLst>
                                            <p:cond delay="821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2" dur="83" decel="50000">
                                          <p:stCondLst>
                                            <p:cond delay="834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" dur="13">
                                          <p:stCondLst>
                                            <p:cond delay="904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4" dur="83" decel="50000">
                                          <p:stCondLst>
                                            <p:cond delay="917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tags/tag1.xml><?xml version="1.0" encoding="utf-8"?>
<p:tagLst xmlns:p="http://schemas.openxmlformats.org/presentationml/2006/main">
  <p:tag name="KSO_WM_DIAGRAM_VIRTUALLY_FRAME" val="{&quot;height&quot;:228.1418110236221,&quot;left&quot;:106.871968503937,&quot;top&quot;:205.76440944881887,&quot;width&quot;:761.4828346456692}"/>
</p:tagLst>
</file>

<file path=ppt/tags/tag2.xml><?xml version="1.0" encoding="utf-8"?>
<p:tagLst xmlns:p="http://schemas.openxmlformats.org/presentationml/2006/main">
  <p:tag name="KSO_WM_DIAGRAM_VIRTUALLY_FRAME" val="{&quot;height&quot;:228.1418110236221,&quot;left&quot;:106.871968503937,&quot;top&quot;:205.76440944881887,&quot;width&quot;:761.4828346456692}"/>
</p:tagLst>
</file>

<file path=ppt/tags/tag3.xml><?xml version="1.0" encoding="utf-8"?>
<p:tagLst xmlns:p="http://schemas.openxmlformats.org/presentationml/2006/main">
  <p:tag name="KSO_WM_DIAGRAM_VIRTUALLY_FRAME" val="{&quot;height&quot;:228.1418110236221,&quot;left&quot;:106.871968503937,&quot;top&quot;:205.76440944881887,&quot;width&quot;:761.4828346456692}"/>
</p:tagLst>
</file>

<file path=ppt/tags/tag4.xml><?xml version="1.0" encoding="utf-8"?>
<p:tagLst xmlns:p="http://schemas.openxmlformats.org/presentationml/2006/main">
  <p:tag name="KSO_WM_DIAGRAM_VIRTUALLY_FRAME" val="{&quot;height&quot;:228.1418110236221,&quot;left&quot;:106.871968503937,&quot;top&quot;:205.76440944881887,&quot;width&quot;:761.4828346456692}"/>
</p:tagLst>
</file>

<file path=ppt/tags/tag5.xml><?xml version="1.0" encoding="utf-8"?>
<p:tagLst xmlns:p="http://schemas.openxmlformats.org/presentationml/2006/main">
  <p:tag name="KSO_WM_DIAGRAM_VIRTUALLY_FRAME" val="{&quot;height&quot;:228.1418110236221,&quot;left&quot;:106.871968503937,&quot;top&quot;:205.76440944881887,&quot;width&quot;:761.4828346456692}"/>
</p:tagLst>
</file>

<file path=ppt/tags/tag6.xml><?xml version="1.0" encoding="utf-8"?>
<p:tagLst xmlns:p="http://schemas.openxmlformats.org/presentationml/2006/main">
  <p:tag name="KSO_WM_DIAGRAM_VIRTUALLY_FRAME" val="{&quot;height&quot;:228.1418110236221,&quot;left&quot;:106.871968503937,&quot;top&quot;:205.76440944881887,&quot;width&quot;:761.4828346456692}"/>
</p:tagLst>
</file>

<file path=ppt/tags/tag7.xml><?xml version="1.0" encoding="utf-8"?>
<p:tagLst xmlns:p="http://schemas.openxmlformats.org/presentationml/2006/main">
  <p:tag name="KSO_WM_DIAGRAM_VIRTUALLY_FRAME" val="{&quot;height&quot;:228.1418110236221,&quot;left&quot;:106.871968503937,&quot;top&quot;:205.76440944881887,&quot;width&quot;:761.4828346456692}"/>
</p:tagLst>
</file>

<file path=ppt/tags/tag8.xml><?xml version="1.0" encoding="utf-8"?>
<p:tagLst xmlns:p="http://schemas.openxmlformats.org/presentationml/2006/main">
  <p:tag name="KSO_WM_DIAGRAM_VIRTUALLY_FRAME" val="{&quot;height&quot;:228.1418110236221,&quot;left&quot;:106.871968503937,&quot;top&quot;:205.76440944881887,&quot;width&quot;:761.4828346456692}"/>
</p:tagLst>
</file>

<file path=ppt/tags/tag9.xml><?xml version="1.0" encoding="utf-8"?>
<p:tagLst xmlns:p="http://schemas.openxmlformats.org/presentationml/2006/main">
  <p:tag name="KSO_WM_DIAGRAM_VIRTUALLY_FRAME" val="{&quot;height&quot;:228.1418110236221,&quot;left&quot;:106.871968503937,&quot;top&quot;:205.76440944881887,&quot;width&quot;:761.4828346456692}"/>
</p:tagLst>
</file>

<file path=ppt/tags/tag10.xml><?xml version="1.0" encoding="utf-8"?>
<p:tagLst xmlns:p="http://schemas.openxmlformats.org/presentationml/2006/main">
  <p:tag name="KSO_WM_DIAGRAM_VIRTUALLY_FRAME" val="{&quot;height&quot;:228.1418110236221,&quot;left&quot;:106.871968503937,&quot;top&quot;:205.76440944881887,&quot;width&quot;:761.4828346456692}"/>
</p:tagLst>
</file>

<file path=ppt/tags/tag11.xml><?xml version="1.0" encoding="utf-8"?>
<p:tagLst xmlns:p="http://schemas.openxmlformats.org/presentationml/2006/main">
  <p:tag name="KSO_WM_DIAGRAM_VIRTUALLY_FRAME" val="{&quot;height&quot;:228.1418110236221,&quot;left&quot;:106.871968503937,&quot;top&quot;:205.76440944881887,&quot;width&quot;:761.4828346456692}"/>
</p:tagLst>
</file>

<file path=ppt/tags/tag12.xml><?xml version="1.0" encoding="utf-8"?>
<p:tagLst xmlns:p="http://schemas.openxmlformats.org/presentationml/2006/main">
  <p:tag name="KSO_WM_DIAGRAM_VIRTUALLY_FRAME" val="{&quot;height&quot;:228.1418110236221,&quot;left&quot;:106.871968503937,&quot;top&quot;:205.76440944881887,&quot;width&quot;:761.4828346456692}"/>
</p:tagLst>
</file>

<file path=ppt/tags/tag13.xml><?xml version="1.0" encoding="utf-8"?>
<p:tagLst xmlns:p="http://schemas.openxmlformats.org/presentationml/2006/main">
  <p:tag name="KSO_WM_DIAGRAM_VIRTUALLY_FRAME" val="{&quot;height&quot;:228.1418110236221,&quot;left&quot;:106.871968503937,&quot;top&quot;:205.76440944881887,&quot;width&quot;:761.4828346456692}"/>
</p:tagLst>
</file>

<file path=ppt/tags/tag14.xml><?xml version="1.0" encoding="utf-8"?>
<p:tagLst xmlns:p="http://schemas.openxmlformats.org/presentationml/2006/main">
  <p:tag name="KSO_WM_DIAGRAM_VIRTUALLY_FRAME" val="{&quot;height&quot;:228.1418110236221,&quot;left&quot;:106.871968503937,&quot;top&quot;:205.76440944881887,&quot;width&quot;:761.4828346456692}"/>
</p:tagLst>
</file>

<file path=ppt/tags/tag15.xml><?xml version="1.0" encoding="utf-8"?>
<p:tagLst xmlns:p="http://schemas.openxmlformats.org/presentationml/2006/main">
  <p:tag name="KSO_WM_DIAGRAM_VIRTUALLY_FRAME" val="{&quot;height&quot;:228.1418110236221,&quot;left&quot;:106.871968503937,&quot;top&quot;:205.76440944881887,&quot;width&quot;:761.4828346456692}"/>
</p:tagLst>
</file>

<file path=ppt/tags/tag16.xml><?xml version="1.0" encoding="utf-8"?>
<p:tagLst xmlns:p="http://schemas.openxmlformats.org/presentationml/2006/main">
  <p:tag name="KSO_WM_DIAGRAM_VIRTUALLY_FRAME" val="{&quot;height&quot;:228.1418110236221,&quot;left&quot;:106.871968503937,&quot;top&quot;:205.76440944881887,&quot;width&quot;:761.4828346456692}"/>
</p:tagLst>
</file>

<file path=ppt/tags/tag17.xml><?xml version="1.0" encoding="utf-8"?>
<p:tagLst xmlns:p="http://schemas.openxmlformats.org/presentationml/2006/main">
  <p:tag name="KSO_WM_DIAGRAM_VIRTUALLY_FRAME" val="{&quot;height&quot;:228.1418110236221,&quot;left&quot;:106.871968503937,&quot;top&quot;:205.76440944881887,&quot;width&quot;:761.4828346456692}"/>
</p:tagLst>
</file>

<file path=ppt/tags/tag18.xml><?xml version="1.0" encoding="utf-8"?>
<p:tagLst xmlns:p="http://schemas.openxmlformats.org/presentationml/2006/main">
  <p:tag name="KSO_WM_DIAGRAM_VIRTUALLY_FRAME" val="{&quot;height&quot;:228.1418110236221,&quot;left&quot;:106.871968503937,&quot;top&quot;:205.76440944881887,&quot;width&quot;:761.4828346456692}"/>
</p:tagLst>
</file>

<file path=ppt/tags/tag19.xml><?xml version="1.0" encoding="utf-8"?>
<p:tagLst xmlns:p="http://schemas.openxmlformats.org/presentationml/2006/main">
  <p:tag name="KSO_WM_DIAGRAM_VIRTUALLY_FRAME" val="{&quot;height&quot;:228.1418110236221,&quot;left&quot;:106.871968503937,&quot;top&quot;:205.76440944881887,&quot;width&quot;:761.4828346456692}"/>
</p:tagLst>
</file>

<file path=ppt/tags/tag20.xml><?xml version="1.0" encoding="utf-8"?>
<p:tagLst xmlns:p="http://schemas.openxmlformats.org/presentationml/2006/main">
  <p:tag name="KSO_WM_DIAGRAM_VIRTUALLY_FRAME" val="{&quot;height&quot;:228.1418110236221,&quot;left&quot;:106.871968503937,&quot;top&quot;:205.76440944881887,&quot;width&quot;:761.4828346456692}"/>
</p:tagLst>
</file>

<file path=ppt/tags/tag21.xml><?xml version="1.0" encoding="utf-8"?>
<p:tagLst xmlns:p="http://schemas.openxmlformats.org/presentationml/2006/main">
  <p:tag name="KSO_WM_DIAGRAM_VIRTUALLY_FRAME" val="{&quot;height&quot;:180.90047244094495,&quot;left&quot;:40.695275590551184,&quot;top&quot;:231.59448818897636,&quot;width&quot;:604.6547244094488}"/>
</p:tagLst>
</file>

<file path=ppt/tags/tag22.xml><?xml version="1.0" encoding="utf-8"?>
<p:tagLst xmlns:p="http://schemas.openxmlformats.org/presentationml/2006/main">
  <p:tag name="KSO_WM_DIAGRAM_VIRTUALLY_FRAME" val="{&quot;height&quot;:180.90047244094495,&quot;left&quot;:40.695275590551184,&quot;top&quot;:231.59448818897636,&quot;width&quot;:604.6547244094488}"/>
</p:tagLst>
</file>

<file path=ppt/tags/tag23.xml><?xml version="1.0" encoding="utf-8"?>
<p:tagLst xmlns:p="http://schemas.openxmlformats.org/presentationml/2006/main">
  <p:tag name="KSO_WM_DIAGRAM_VIRTUALLY_FRAME" val="{&quot;height&quot;:180.90047244094495,&quot;left&quot;:40.695275590551184,&quot;top&quot;:231.59448818897636,&quot;width&quot;:604.6547244094488}"/>
</p:tagLst>
</file>

<file path=ppt/tags/tag24.xml><?xml version="1.0" encoding="utf-8"?>
<p:tagLst xmlns:p="http://schemas.openxmlformats.org/presentationml/2006/main">
  <p:tag name="KSO_WM_DIAGRAM_VIRTUALLY_FRAME" val="{&quot;height&quot;:180.90047244094495,&quot;left&quot;:40.695275590551184,&quot;top&quot;:231.59448818897636,&quot;width&quot;:604.6547244094488}"/>
</p:tagLst>
</file>

<file path=ppt/tags/tag25.xml><?xml version="1.0" encoding="utf-8"?>
<p:tagLst xmlns:p="http://schemas.openxmlformats.org/presentationml/2006/main">
  <p:tag name="KSO_WM_DIAGRAM_VIRTUALLY_FRAME" val="{&quot;height&quot;:180.90047244094495,&quot;left&quot;:40.695275590551184,&quot;top&quot;:231.59448818897636,&quot;width&quot;:604.6547244094488}"/>
</p:tagLst>
</file>

<file path=ppt/tags/tag26.xml><?xml version="1.0" encoding="utf-8"?>
<p:tagLst xmlns:p="http://schemas.openxmlformats.org/presentationml/2006/main">
  <p:tag name="KSO_WM_DIAGRAM_VIRTUALLY_FRAME" val="{&quot;height&quot;:180.90047244094495,&quot;left&quot;:40.695275590551184,&quot;top&quot;:231.59448818897636,&quot;width&quot;:604.6547244094488}"/>
</p:tagLst>
</file>

<file path=ppt/tags/tag27.xml><?xml version="1.0" encoding="utf-8"?>
<p:tagLst xmlns:p="http://schemas.openxmlformats.org/presentationml/2006/main">
  <p:tag name="KSO_WM_DIAGRAM_VIRTUALLY_FRAME" val="{&quot;height&quot;:180.90047244094495,&quot;left&quot;:40.695275590551184,&quot;top&quot;:231.59448818897636,&quot;width&quot;:604.6547244094488}"/>
</p:tagLst>
</file>

<file path=ppt/tags/tag28.xml><?xml version="1.0" encoding="utf-8"?>
<p:tagLst xmlns:p="http://schemas.openxmlformats.org/presentationml/2006/main">
  <p:tag name="KSO_WM_DIAGRAM_VIRTUALLY_FRAME" val="{&quot;height&quot;:180.90047244094495,&quot;left&quot;:40.695275590551184,&quot;top&quot;:231.59448818897636,&quot;width&quot;:604.6547244094488}"/>
</p:tagLst>
</file>

<file path=ppt/tags/tag29.xml><?xml version="1.0" encoding="utf-8"?>
<p:tagLst xmlns:p="http://schemas.openxmlformats.org/presentationml/2006/main">
  <p:tag name="KSO_WM_DIAGRAM_VIRTUALLY_FRAME" val="{&quot;height&quot;:180.90047244094495,&quot;left&quot;:40.695275590551184,&quot;top&quot;:231.59448818897636,&quot;width&quot;:604.6547244094488}"/>
</p:tagLst>
</file>

<file path=ppt/tags/tag30.xml><?xml version="1.0" encoding="utf-8"?>
<p:tagLst xmlns:p="http://schemas.openxmlformats.org/presentationml/2006/main">
  <p:tag name="KSO_WM_DIAGRAM_VIRTUALLY_FRAME" val="{&quot;height&quot;:180.90047244094495,&quot;left&quot;:40.695275590551184,&quot;top&quot;:231.59448818897636,&quot;width&quot;:604.6547244094488}"/>
</p:tagLst>
</file>

<file path=ppt/tags/tag31.xml><?xml version="1.0" encoding="utf-8"?>
<p:tagLst xmlns:p="http://schemas.openxmlformats.org/presentationml/2006/main">
  <p:tag name="KSO_WM_DIAGRAM_VIRTUALLY_FRAME" val="{&quot;height&quot;:180.90047244094495,&quot;left&quot;:40.695275590551184,&quot;top&quot;:231.59448818897636,&quot;width&quot;:604.6547244094488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1047</Words>
  <Application>WPS Presentation</Application>
  <PresentationFormat>宽屏</PresentationFormat>
  <Paragraphs>73</Paragraphs>
  <Slides>12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12</vt:i4>
      </vt:variant>
    </vt:vector>
  </HeadingPairs>
  <TitlesOfParts>
    <vt:vector size="27" baseType="lpstr">
      <vt:lpstr>Arial</vt:lpstr>
      <vt:lpstr>SimSun</vt:lpstr>
      <vt:lpstr>Wingdings</vt:lpstr>
      <vt:lpstr>Microsoft YaHei Light</vt:lpstr>
      <vt:lpstr>Microsoft YaHei</vt:lpstr>
      <vt:lpstr>Segoe UI</vt:lpstr>
      <vt:lpstr>Segoe UI</vt:lpstr>
      <vt:lpstr>Helvetica-Roman-SemiB</vt:lpstr>
      <vt:lpstr>Segoe Print</vt:lpstr>
      <vt:lpstr>等线</vt:lpstr>
      <vt:lpstr>Arial Unicode MS</vt:lpstr>
      <vt:lpstr>等线 Light</vt:lpstr>
      <vt:lpstr>Calibri</vt:lpstr>
      <vt:lpstr>Office 主题​​</vt:lpstr>
      <vt:lpstr>1_Office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</dc:creator>
  <cp:lastModifiedBy>David Bazunu</cp:lastModifiedBy>
  <cp:revision>1089</cp:revision>
  <dcterms:created xsi:type="dcterms:W3CDTF">2018-08-24T08:38:00Z</dcterms:created>
  <dcterms:modified xsi:type="dcterms:W3CDTF">2026-09-30T07:31:11Z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2057-12.2.0.23206</vt:lpwstr>
  </property>
  <property fmtid="{D5CDD505-2E9C-101B-9397-08002B2CF9AE}" pid="3" name="ICV">
    <vt:lpwstr>0F320C75E9BB4E07884F8072BDDACCB2_13</vt:lpwstr>
  </property>
</Properties>
</file>